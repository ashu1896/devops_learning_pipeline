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Linux kernel architecture, SRE responsibilities, and how resource limits scale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file descriptors scale and what happens to active sockets when backlog queues fill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how systemd uses namespaces programmatically to secure daemons at zero runtime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typical 3:00 AM log rotation failure and explain the direct steps to resolve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focusing on system diagnostics, structural analysis, and performance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9144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B8A6"/>
                </a:solidFill>
                <a:latin typeface="Arial"/>
              </a:defRPr>
            </a:pPr>
            <a:r>
              <a:t>6-MONTH DEVops MASTERCLASS</a:t>
            </a:r>
          </a:p>
          <a:p>
            <a:pPr>
              <a:defRPr sz="4400" b="1">
                <a:solidFill>
                  <a:srgbClr val="F1F5F9"/>
                </a:solidFill>
                <a:latin typeface="Arial"/>
              </a:defRPr>
            </a:pPr>
            <a:r>
              <a:t>Mastering Linux Systems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Enterprise Kernel Hardening &amp; SRE Architecture (Part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SRE &amp; PLATFORM ENGINEERING GROUP  •  AUTOMATED PIPELINE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Kernel Tuning &amp; Performance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Critical /etc/sysctl.conf Hardening for Web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Scale open file limits (fs.file-max = 2097152) for heavy workloads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Tuning vm.swappiness=10 protects physical application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Tuning net.core.somaxconn=65535 manages socket queues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Kernel parameters shape the system capacity under massive 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Hardened Service Isolation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SRE Sandboxing with systemd and Namespaces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Use ProtectSystem=strict to set root directories read-only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Implement PrivateTmp=yes to isolate temp folders per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Enforce NoNewPrivileges=yes to block privilege escalation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Isolate microservices to protect host layers against security exploits.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SRE Incident Troubleshooting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The Deleted Open File Disk Exhaustion 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Symptom: Disk reports 100% full, but directories appear empty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Root Cause: Deleted logs still held open by application handles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Resolution: Use lsof +L1 to find PIDs and truncate fd in /proc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Always verify open file handles before forcing application restarts.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6-Month Linux Mastery Path</a:t>
            </a:r>
          </a:p>
          <a:p>
            <a:pPr>
              <a:spcBef>
                <a:spcPts val="400"/>
              </a:spcBef>
              <a:defRPr sz="1300" b="1">
                <a:solidFill>
                  <a:srgbClr val="14B8A6"/>
                </a:solidFill>
                <a:latin typeface="Arial"/>
              </a:defRPr>
            </a:pPr>
            <a:r>
              <a:t>Strategic Milestones for Principal Engineers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01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1-2: Master Kernel Internals &amp; Advanced Shell Diagnostics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02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3-4: Construct Sandboxed Daemons &amp; Tuning Profiles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03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Weeks 5-6: Conduct Chaos Load Tests &amp; OS Hardening 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Arial"/>
              </a:defRPr>
            </a:pPr>
            <a:r>
              <a:t>Goal: Transition from system administration to core system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