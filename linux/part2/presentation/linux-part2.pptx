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to capabilities, cgroups v2 unified hierarchies, and system call interceptions.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command workflow to assign CAP_NET_BIND_SERVICE to the API binary.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why cgroups v2 is mandatory for modern container runtimes like containerd.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seccomp profiles and how Docker/Kubernetes load them during container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chaos engineering security tests and capability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Advanced Linux Hardening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POSIX Capabilities, seccomp, &amp; cgroups v2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Enforcing System Capabilities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Replacing Root Access with Fine-Grained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CAP_NET_BIND_SERVICE allows binding port 80 as non-root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CAP_NET_ADMIN governs network configs and routing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Use setcap and getcap to manage permissions programmatically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Adhere strictly to the SRE principle of least privilege.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cgroups v2 &amp; Resource Control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unified Hierarchies for Stable Multi-Tenant Hosts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Single-tree architecture resolves v1 resource mismatch bugs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Enforces strict CPU, memory limits, and blkio writeback syncs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Ensures high-load containers never trigger cascading host OOMs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Accurate resource metering prevents host kernel starvation.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Syscall Sandboxing with seccomp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Blocking RCE Exploits at the System Call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Intercepts calls at the system call interface (SCI)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Blacklist execve, fork, and ptrace to freeze exploit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Forces compromised containers to error out instantly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Sandboxed processes cannot launch secondary binaries.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6-Month Advanced Hardening path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Mastery Milestones for SRE Architects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1-2: Audit system capabilities and seccomp filters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3-4: Build sandboxed systemd containers and profiles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5-6: Conduct penetration load testing on kernel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Build impenetrable, metered runtime execution spaces.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