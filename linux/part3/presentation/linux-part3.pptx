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Part 3 of our Linux Engineering Series. Today, we are focusing on the SRE and Systems Diagnostics aspect. We will explore how to handle high-stress production incidents, design robust alert rules, and build runbooks that minimize Mean Time to Resolution (MTTR). This is designed for senior engineers looking to master Linux-specific system triage under pressure.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map the telemetry pipeline. When an outage hits, traditional monitoring agents might be starved of CPU or too slow to update. We must leverage internal kernel endpoints like sysfs and procfs, paired with highly efficient eBPF tools. We avoid heavy tracers like standard strace on high-throughput databases due to context switching overhead, opting for perf or custom bpftrace scripts instead.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covers the intersection of SRE and Security. We focus on runtime hardening. By enforcing AppArmor/SELinux profiles and using systemd-seccomp filters, we drastically reduce the attack surface. Furthermore, our monitoring pipelines must treat auditd events as high-severity alerts. If a binary writes to /etc/pam.d, it should trigger an SRE P1 pager alert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in Slide 4, we examine alerting logic. Standard threshold-based alerts (like CPU usage &gt; 90%) are bad practice. Instead, we use PSI (Pressure Stall Information) metrics to alert on actual resource deprivation. Every alert should link directly to a wiki runbook detailing how to mitigate the issue, such as clearing kernel slab cache or performing graceful failovers. This reduces human error during high-stress P0 incidents.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Slide 5 provides a clear 6-month roadmap for engineering teams. The focus is to stop fighting fires and start building systems that heal themselves. We start by cleaning up alerting debt, progress to deeper kernel tracing pipelines, and finish with automated self-healing scripts that can mitigate disk depletion or process deadlocks before an engineer is even paged.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Linux Production SRE &amp; Diagnostics (Part 3/3)</a:t>
            </a:r>
          </a:p>
          <a:p>
            <a:pPr>
              <a:spcBef>
                <a:spcPts val="1000"/>
              </a:spcBef>
              <a:defRPr sz="1600">
                <a:solidFill>
                  <a:srgbClr val="94A3B8"/>
                </a:solidFill>
                <a:latin typeface="Arial"/>
              </a:defRPr>
            </a:pPr>
            <a:r>
              <a:t>Advanced System Troubleshooting, Custom Prometheus Alerting, and Incident Response Architecture</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Production Diagnostics &amp; Linux Kernel Observability</a:t>
            </a:r>
          </a:p>
          <a:p>
            <a:pPr>
              <a:spcBef>
                <a:spcPts val="400"/>
              </a:spcBef>
              <a:defRPr sz="1300" b="1">
                <a:solidFill>
                  <a:srgbClr val="4F46E5"/>
                </a:solidFill>
                <a:latin typeface="Arial"/>
              </a:defRPr>
            </a:pPr>
            <a:r>
              <a:t>System Tracing Architecture, eBPF Integration, and Diagnostic Data Flow</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Leveraging eBPF and bpftrace for non-invasive, real-time production kernel tracing without adding CPU overhead.</a:t>
            </a:r>
          </a:p>
          <a:p>
            <a:pPr>
              <a:lnSpc>
                <a:spcPct val="115000"/>
              </a:lnSpc>
              <a:spcAft>
                <a:spcPts val="800"/>
              </a:spcAft>
              <a:defRPr sz="1300">
                <a:solidFill>
                  <a:srgbClr val="1E293B"/>
                </a:solidFill>
                <a:latin typeface="Arial"/>
              </a:defRPr>
            </a:pPr>
            <a:r>
              <a:t>•   Decoupling kernel telemetry: Structuring flow from `/proc`, `/sys`, and kernel ring buffers (`dmesg`) to centralized aggregators.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Navigating complex resource starvation using advanced diagnostics: `perf` profiles, `strace` path analysis, and `io_uring` bottlenecks.</a:t>
            </a:r>
          </a:p>
          <a:p>
            <a:pPr>
              <a:lnSpc>
                <a:spcPct val="115000"/>
              </a:lnSpc>
              <a:spcAft>
                <a:spcPts val="800"/>
              </a:spcAft>
              <a:defRPr sz="1300">
                <a:solidFill>
                  <a:srgbClr val="1E293B"/>
                </a:solidFill>
                <a:latin typeface="Arial"/>
              </a:defRPr>
            </a:pPr>
            <a:r>
              <a:t>•   Applying thread-level triage utilizing `pidstat`, `mpstat`, and NUMA memory topology isolation tools.</a:t>
            </a:r>
          </a:p>
          <a:p>
            <a:pPr>
              <a:spcBef>
                <a:spcPts val="1400"/>
              </a:spcBef>
              <a:defRPr sz="1050" b="1">
                <a:solidFill>
                  <a:srgbClr val="4F46E5"/>
                </a:solidFill>
                <a:latin typeface="Arial"/>
              </a:defRPr>
            </a:pPr>
            <a:r>
              <a:t>Key Takeaway: By standardizing on non-invasive tracing tools like eBPF and structured sysfs monitoring, SREs can safely profile live production kernels under extreme load.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Hardening Runtime Defenses &amp; Incident Tracing</a:t>
            </a:r>
          </a:p>
          <a:p>
            <a:pPr>
              <a:spcBef>
                <a:spcPts val="400"/>
              </a:spcBef>
              <a:defRPr sz="1300" b="1">
                <a:solidFill>
                  <a:srgbClr val="4F46E5"/>
                </a:solidFill>
                <a:latin typeface="Arial"/>
              </a:defRPr>
            </a:pPr>
            <a:r>
              <a:t>Auditd Framework, Linux Security Modules (LSM), and DevSecOps Integrity</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Deploying granular `auditd` rules to track suspicious syscalls, file-write events in `/etc`, and root privilege escalation.</a:t>
            </a:r>
          </a:p>
          <a:p>
            <a:pPr>
              <a:lnSpc>
                <a:spcPct val="115000"/>
              </a:lnSpc>
              <a:spcAft>
                <a:spcPts val="800"/>
              </a:spcAft>
              <a:defRPr sz="1300">
                <a:solidFill>
                  <a:srgbClr val="1E293B"/>
                </a:solidFill>
                <a:latin typeface="Arial"/>
              </a:defRPr>
            </a:pPr>
            <a:r>
              <a:t>•   Restricting runtime execution environments utilizing AppArmor or SELinux policies integrated into CI/CD build phases.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Mitigating container-escape vectors and kernel exploits through strict Seccomp filter profiling in Kubernetes and systemd.</a:t>
            </a:r>
          </a:p>
          <a:p>
            <a:pPr>
              <a:lnSpc>
                <a:spcPct val="115000"/>
              </a:lnSpc>
              <a:spcAft>
                <a:spcPts val="800"/>
              </a:spcAft>
              <a:defRPr sz="1300">
                <a:solidFill>
                  <a:srgbClr val="1E293B"/>
                </a:solidFill>
                <a:latin typeface="Arial"/>
              </a:defRPr>
            </a:pPr>
            <a:r>
              <a:t>•   Automating kernel compliance auditing via OpenSCAP and integrating immediate drift alerts into DevSecOps pipelines.</a:t>
            </a:r>
          </a:p>
          <a:p>
            <a:pPr>
              <a:spcBef>
                <a:spcPts val="1400"/>
              </a:spcBef>
              <a:defRPr sz="1050" b="1">
                <a:solidFill>
                  <a:srgbClr val="4F46E5"/>
                </a:solidFill>
                <a:latin typeface="Arial"/>
              </a:defRPr>
            </a:pPr>
            <a:r>
              <a:t>Key Takeaway: Security hardening is not a static setup; continuous auditing of syscalls and kernel policies is essential to detect post-exploitation runtime anomalies.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High-Fidelity Prometheus Alerting &amp; Runbook Automation</a:t>
            </a:r>
          </a:p>
          <a:p>
            <a:pPr>
              <a:spcBef>
                <a:spcPts val="400"/>
              </a:spcBef>
              <a:defRPr sz="1300" b="1">
                <a:solidFill>
                  <a:srgbClr val="4F46E5"/>
                </a:solidFill>
                <a:latin typeface="Arial"/>
              </a:defRPr>
            </a:pPr>
            <a:r>
              <a:t>Mitigating Alert Fatigue, Linux Golden Signals, and Structured RCA</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Designing multi-dimensional Prometheus Alertmanager rules using Node Exporter metrics (e.g., node_pressure_cpu_waiting_seconds).</a:t>
            </a:r>
          </a:p>
          <a:p>
            <a:pPr>
              <a:lnSpc>
                <a:spcPct val="115000"/>
              </a:lnSpc>
              <a:spcAft>
                <a:spcPts val="800"/>
              </a:spcAft>
              <a:defRPr sz="1300">
                <a:solidFill>
                  <a:srgbClr val="1E293B"/>
                </a:solidFill>
                <a:latin typeface="Arial"/>
              </a:defRPr>
            </a:pPr>
            <a:r>
              <a:t>•   Mitigating false-positives by alert-grouping based on saturation rates, disk fill-up time projections (predict_linear), and memory pressure.</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Constructing actionable runbooks linked directly from Prometheus alerts to guide step-by-step incident resolution.</a:t>
            </a:r>
          </a:p>
          <a:p>
            <a:pPr>
              <a:lnSpc>
                <a:spcPct val="115000"/>
              </a:lnSpc>
              <a:spcAft>
                <a:spcPts val="800"/>
              </a:spcAft>
              <a:defRPr sz="1300">
                <a:solidFill>
                  <a:srgbClr val="1E293B"/>
                </a:solidFill>
                <a:latin typeface="Arial"/>
              </a:defRPr>
            </a:pPr>
            <a:r>
              <a:t>•   Standardizing on the 5-Whys and Ishikawa methodologies for Linux failures to extract systemic architectural mitigations.</a:t>
            </a:r>
          </a:p>
          <a:p>
            <a:pPr>
              <a:spcBef>
                <a:spcPts val="1400"/>
              </a:spcBef>
              <a:defRPr sz="1050" b="1">
                <a:solidFill>
                  <a:srgbClr val="4F46E5"/>
                </a:solidFill>
                <a:latin typeface="Arial"/>
              </a:defRPr>
            </a:pPr>
            <a:r>
              <a:t>Key Takeaway: An alert without an automated, actionable runbook is just a distraction. Real SRE maturity is measured by low-noise alerting and highly repeatable triage workflows.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6-Month Linux SRE Mastery &amp; Platform Evolution</a:t>
            </a:r>
          </a:p>
          <a:p>
            <a:pPr>
              <a:spcBef>
                <a:spcPts val="400"/>
              </a:spcBef>
              <a:defRPr sz="1300" b="1">
                <a:solidFill>
                  <a:srgbClr val="14B8A6"/>
                </a:solidFill>
                <a:latin typeface="Arial"/>
              </a:defRPr>
            </a:pPr>
            <a:r>
              <a:t>Milestone-Driven Path from Legacy Metrics to Autonomous Self-Healing Infrastructure</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Audit existing monitoring; deprecate low-value alerts; deploy Node Exporter with custom collectors and establish PSI baselines.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Build standard operating environments (SOE) with embedded eBPF sensors and automated auditd event piping.</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Design closed-loop self-healing systems (e.g., automatic thread dump generation or network isolation on anomaly detection).</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Mastery is an iterative evolution: clean up the alert noise, operationalize kernel-level metrics, and then automate remediation.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