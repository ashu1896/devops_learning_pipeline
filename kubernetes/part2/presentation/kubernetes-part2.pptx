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Part 2 of our Kubernetes Deep-Dive. Today we transition from basic orchestration to advanced systems engineering. We will cover how to tune the Linux kernel under Kubernetes, enforce hard multi-tenancy using sandboxed runtimes, and configure robust SRE patterns to handle high-churn environments. This session is designed for senior engineers looking to push Kubernetes to its absolute performance and security boundaries.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slide, we focus on the lower layers of node architecture. By default, the kubelet manages resources loosely. For high-performance workloads, we must enforce strict NUMA alignment using the Topology Manager. By combining this with static CPU manager policies, we eliminate the noisy neighbor effect. Furthermore, we must tune namespaced sysctls to prevent TCP connection bottlenecks during traffic spikes. Ensure your platform engineers understand the trade-offs of reserving HugePages, as they cannot be overcommitted.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in Kubernetes must go beyond basic RBAC. Standard containers share the host kernel, which represents a massive attack surface. By implementing RuntimeClasses with gVisor or Kata Containers, we intercept system calls or run workloads inside dedicated microVMs. Combined with custom seccomp profiles and eBPF-based network policies via Cilium, we can achieve true zero-trust isolation. Finally, validate these rules at the admission stage using OPA Gatekeeper.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SREs, we must design for the worst-case scenarios. The most common cluster-wide failures stem from ETCD saturation and API server starvation. We mitigate this using API Priority and Fairness to prioritize system-critical calls over user queries. When a node runs out of resources, default kubelet settings can trigger cascading evictions that take down entire services. We must set conservative hard eviction thresholds and mandate PodDisruptionBudgets. For live debugging of distroless containers, leverage ephemeral containers rather than installing debug tools in production images.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outlines a pragmatic, risk-mitigated approach to implementing these advanced patterns. In the first two months, focus on low-hanging performance fruits like CPU pinning and ETCD tuning. In the mid-term, transition to security by introducing gVisor and eBPF-based network policies. Finally, close out the 6-month cycle by establishing rigorous policy-as-code governance and running chaos experiments to prove your cluster's resilience under high-churn conditions.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Deep-Dive Kubernetes Engineering: Performance, Security, and Scale (Part 2/3)</a:t>
            </a:r>
          </a:p>
          <a:p>
            <a:pPr>
              <a:spcBef>
                <a:spcPts val="1000"/>
              </a:spcBef>
              <a:defRPr sz="1600">
                <a:solidFill>
                  <a:srgbClr val="94A3B8"/>
                </a:solidFill>
                <a:latin typeface="Arial"/>
              </a:defRPr>
            </a:pPr>
            <a:r>
              <a:t>Advanced Configurations, Kernel Tuning, Sandboxing, and Hardening the Enterprise Control Plane</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Advanced Node Architecture &amp; Performance Tuning</a:t>
            </a:r>
          </a:p>
          <a:p>
            <a:pPr>
              <a:spcBef>
                <a:spcPts val="400"/>
              </a:spcBef>
              <a:defRPr sz="1300" b="1">
                <a:solidFill>
                  <a:srgbClr val="4F46E5"/>
                </a:solidFill>
                <a:latin typeface="Arial"/>
              </a:defRPr>
            </a:pPr>
            <a:r>
              <a:t>CPU Pinning, NUMA Topology, and Kernel Parameter Optimization</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Topology Manager &amp; NUMA Alignment: Configuring the Topology Manager with a 'single-numa-node' alignment policy to optimize CPU, memory, and device allocations for latency-sensitive workloads.</a:t>
            </a:r>
          </a:p>
          <a:p>
            <a:pPr>
              <a:lnSpc>
                <a:spcPct val="115000"/>
              </a:lnSpc>
              <a:spcAft>
                <a:spcPts val="800"/>
              </a:spcAft>
              <a:defRPr sz="1300">
                <a:solidFill>
                  <a:srgbClr val="1E293B"/>
                </a:solidFill>
                <a:latin typeface="Arial"/>
              </a:defRPr>
            </a:pPr>
            <a:r>
              <a:t>•   CPU Manager Static Policies: Utilizing 'static' CPU management policies to isolate workloads, pinning performance-critical pods to dedicated physical cores to eliminate context-switching overhead.</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Sysctl Tuning &amp; Network Optimization: Modifying namespaced and node-level kernel parameters (e.g., net.core.somaxconn, net.ipv4.tcp_max_syn_backlog) to prevent connection drops under high concurrency.</a:t>
            </a:r>
          </a:p>
          <a:p>
            <a:pPr>
              <a:lnSpc>
                <a:spcPct val="115000"/>
              </a:lnSpc>
              <a:spcAft>
                <a:spcPts val="800"/>
              </a:spcAft>
              <a:defRPr sz="1300">
                <a:solidFill>
                  <a:srgbClr val="1E293B"/>
                </a:solidFill>
                <a:latin typeface="Arial"/>
              </a:defRPr>
            </a:pPr>
            <a:r>
              <a:t>•   HugePages Allocation: Pre-allocating 2Mi and 1Gi HugePages at the node level to reduce TLB translation overhead for memory-intensive databases and caching layers.</a:t>
            </a:r>
          </a:p>
          <a:p>
            <a:pPr>
              <a:spcBef>
                <a:spcPts val="1400"/>
              </a:spcBef>
              <a:defRPr sz="1050" b="1">
                <a:solidFill>
                  <a:srgbClr val="4F46E5"/>
                </a:solidFill>
                <a:latin typeface="Arial"/>
              </a:defRPr>
            </a:pPr>
            <a:r>
              <a:t>Key Takeaway: Achieving bare-metal-like performance on Kubernetes requires strict NUMA alignment, static CPU pinning, and targeted kernel parameter tuning to eliminate virtualization and scheduling overhead.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Enterprise Hardening &amp; Sandboxed Container Runtimes</a:t>
            </a:r>
          </a:p>
          <a:p>
            <a:pPr>
              <a:spcBef>
                <a:spcPts val="400"/>
              </a:spcBef>
              <a:defRPr sz="1300" b="1">
                <a:solidFill>
                  <a:srgbClr val="4F46E5"/>
                </a:solidFill>
                <a:latin typeface="Arial"/>
              </a:defRPr>
            </a:pPr>
            <a:r>
              <a:t>Zero-Trust Isolation, gVisor/Kata, and Advanced Admission Control</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Sandboxed Runtimes (gVisor &amp; Kata): Implementing RuntimeClasses to isolate untrusted or multi-tenant workloads via user-space kernels (gVisor) or lightweight microVMs (Kata Containers).</a:t>
            </a:r>
          </a:p>
          <a:p>
            <a:pPr>
              <a:lnSpc>
                <a:spcPct val="115000"/>
              </a:lnSpc>
              <a:spcAft>
                <a:spcPts val="800"/>
              </a:spcAft>
              <a:defRPr sz="1300">
                <a:solidFill>
                  <a:srgbClr val="1E293B"/>
                </a:solidFill>
                <a:latin typeface="Arial"/>
              </a:defRPr>
            </a:pPr>
            <a:r>
              <a:t>•   Seccomp &amp; AppArmor Profiles: Restricting system call access at the container level by enforcing custom, audited seccomp profiles and AppArmor/SELinux policies.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Network Policy Micro-segmentation: Designing zero-trust network architectures using eBPF-powered CNIs (e.g., Cilium) for identity-aware, L7-filtering, and transport encryption.</a:t>
            </a:r>
          </a:p>
          <a:p>
            <a:pPr>
              <a:lnSpc>
                <a:spcPct val="115000"/>
              </a:lnSpc>
              <a:spcAft>
                <a:spcPts val="800"/>
              </a:spcAft>
              <a:defRPr sz="1300">
                <a:solidFill>
                  <a:srgbClr val="1E293B"/>
                </a:solidFill>
                <a:latin typeface="Arial"/>
              </a:defRPr>
            </a:pPr>
            <a:r>
              <a:t>•   Policy-as-Code &amp; Gatekeeper: Enforcing shift-left security policies using OPA Gatekeeper or Kyverno to block non-compliant manifests before they reach the API server.</a:t>
            </a:r>
          </a:p>
          <a:p>
            <a:pPr>
              <a:spcBef>
                <a:spcPts val="1400"/>
              </a:spcBef>
              <a:defRPr sz="1050" b="1">
                <a:solidFill>
                  <a:srgbClr val="4F46E5"/>
                </a:solidFill>
                <a:latin typeface="Arial"/>
              </a:defRPr>
            </a:pPr>
            <a:r>
              <a:t>Key Takeaway: True multi-tenancy cannot rely on standard Linux namespaces alone; it demands sandboxed runtimes, strict system call filtering, and eBPF-driven network micro-segmentation.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Incident Prevention, Scale Boundaries &amp; Troubleshooting</a:t>
            </a:r>
          </a:p>
          <a:p>
            <a:pPr>
              <a:spcBef>
                <a:spcPts val="400"/>
              </a:spcBef>
              <a:defRPr sz="1300" b="1">
                <a:solidFill>
                  <a:srgbClr val="4F46E5"/>
                </a:solidFill>
                <a:latin typeface="Arial"/>
              </a:defRPr>
            </a:pPr>
            <a:r>
              <a:t>Resolving Control Plane Bottlenecks, ETCD Saturation, and Eviction Storms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ETCD Latency Mitigation: Resolving write serialization bottlenecks by dedicating high-IOPS NVMe drives, tuning defragmentation schedules, and adjusting DB size limits.</a:t>
            </a:r>
          </a:p>
          <a:p>
            <a:pPr>
              <a:lnSpc>
                <a:spcPct val="115000"/>
              </a:lnSpc>
              <a:spcAft>
                <a:spcPts val="800"/>
              </a:spcAft>
              <a:defRPr sz="1300">
                <a:solidFill>
                  <a:srgbClr val="1E293B"/>
                </a:solidFill>
                <a:latin typeface="Arial"/>
              </a:defRPr>
            </a:pPr>
            <a:r>
              <a:t>•   API Server Flow Schema &amp; Priority (APF): Configuring APF to prevent noisy-neighbor controllers from saturating the API server, ensuring critical system agents maintain access.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Mitigating Cascading Evictions: Fine-tuning Kubelet eviction thresholds (memory.available, nodefs.available) and implementing PodDisruptionBudgets to prevent destructive cascade loops.</a:t>
            </a:r>
          </a:p>
          <a:p>
            <a:pPr>
              <a:lnSpc>
                <a:spcPct val="115000"/>
              </a:lnSpc>
              <a:spcAft>
                <a:spcPts val="800"/>
              </a:spcAft>
              <a:defRPr sz="1300">
                <a:solidFill>
                  <a:srgbClr val="1E293B"/>
                </a:solidFill>
                <a:latin typeface="Arial"/>
              </a:defRPr>
            </a:pPr>
            <a:r>
              <a:t>•   Advanced Debugging with Ephemeral Containers: Utilizing 'kubectl debug' to inject diagnostic tools into running, distroless production pods without altering the original image.</a:t>
            </a:r>
          </a:p>
          <a:p>
            <a:pPr>
              <a:spcBef>
                <a:spcPts val="1400"/>
              </a:spcBef>
              <a:defRPr sz="1050" b="1">
                <a:solidFill>
                  <a:srgbClr val="4F46E5"/>
                </a:solidFill>
                <a:latin typeface="Arial"/>
              </a:defRPr>
            </a:pPr>
            <a:r>
              <a:t>Key Takeaway: Preventing cluster-scale outages requires proactive control-plane rate limiting (APF), dedicated ETCD resource allocation, and carefully calibrated kubelet eviction thresholds.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6-Month Engineering Roadmap: From Standard to Optimized</a:t>
            </a:r>
          </a:p>
          <a:p>
            <a:pPr>
              <a:spcBef>
                <a:spcPts val="400"/>
              </a:spcBef>
              <a:defRPr sz="1300" b="1">
                <a:solidFill>
                  <a:srgbClr val="14B8A6"/>
                </a:solidFill>
                <a:latin typeface="Arial"/>
              </a:defRPr>
            </a:pPr>
            <a:r>
              <a:t>Phased Implementation Plan for Advanced Performance and Security</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(Foundation &amp; Tuning): Audit node configurations, implement static CPU/NUMA policies for critical workloads, and optimize ETCD storage engines.</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(Zero-Trust &amp; Sandboxing): Deploy eBPF-based CNIs, enforce baseline seccomp profiles, and introduce RuntimeClasses for untrusted third-party workloads.</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(Scale &amp; Governance): Establish API Priority and Fairness rules, deploy OPA/Kyverno policies, and conduct simulated chaos engineering to validate eviction resilience.</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A structured, phased rollout ensures that advanced performance and security configurations can be thoroughly validated without disrupting existing production services.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