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Part 3 of our Kubernetes Masterclass. Today we focus on the SRE domain: how to keep clusters running under extreme load, write precise alerting rules, debug complex failure modes, and run effective RCAs.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 dive into the diagnostic architecture. We look beyond standard stdout logs. By leveraging eBPF with Cilium and monitoring etcd metrics, we can pinpoint issues before they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an SRE concern. When a pod is compromised, our alerting systems must detect the anomaly at the syscall level using Falco and automatically isolate the workload using dynamic network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of our SRE operations. We discuss why alerting on 80% CPU is a mistake—instead, we alert on Burn Rates. We also lay out the exact triage steps for common failure modes like CrashLoopBackOff and DNS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execute this successfully, we outline a 6-month roadmap. We start with telemetry standardization, move to SLO-based alerting, and finally reach the pinnacle of SRE maturity: chaos engineering and automated self-healing.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Advanced Kubernetes Production SRE &amp; Incident Diagnostics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Part 3/3: Mastering Observability, Custom Alerting, Post-Mortems, and Enterprise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Diagnostic Architecture &amp; High-Cardinality Observability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Telemetry pipelines, distributed tracing, and control plane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Control Plane Diagnostics: Auditing API Server latency, etcd leader election frequency, and controller-manager queue depths to identify bottlenecks.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Unified Telemetry Pipelines: Correlating structured JSON logs from Fluentbit/Loki with OpenTelemetry distributed traces to map cross-microservice network hops.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eBPF-powered Network Visibility: Utilizing Cilium Hubble to trace kernel-level socket connections, bypassing sidecar proxy overhead for real-time packet inspection.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Node-Level Diagnostics: Leveraging Node Problem Detector (NPD) to surface kernel panics, hardware faults, and conntrack table exhaustion before they affect pods.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True observability requires correlating metrics, logs, and traces with eBPF-level kernel insights to eliminate blind spots in multi-tenant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Securing the Runtime &amp; Continuous Threat Auditing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Runtime security, Falco detection, and automated incident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Real-Time Threat Detection: Deploying CNCF Falco to capture system call anomalies, unauthorized binary executions, and unexpected namespace escapes.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Kubernetes Audit Logging: Directing API server audit streams to SIEMs via dynamic webhook backends to trace administrative actions and detect credential abuse.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Network Policy Hardening: Implementing zero-trust default-deny network policies, utilizing Cyral or Calico for layer-7 application-aware micro-segmentation.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Automated Threat Mitigation: Triggering Argo Events or serverless functions to isolate compromised pods dynamically when Falco alerts fire.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Securing production requires moving from static image scanning to active runtime threat detection coupled with automated, policy-driven network containment.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Production Alerting, Runbooks, and Incident Mitigation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Designing actionable PromQL rules, incident playbooks, and RCA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SLO-Based Alerting: Writing multi-window multi-burn-rate Prometheus alerting rules targeting user-facing SLIs rather than arbitrary CPU/Memory thresholds.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CrashLoopBackOff Diagnostics: A structured 4-step triage runbook—inspecting exit codes (e.g., 137 OOMKilled, 139 Segmentation Fault), checking liveness probes, events, and 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Mitigating DNS Resolution Failures: Troubleshooting CoreDNS latency and packet drops using NodeLocal DNSCache and tuning ndots:5 configuration parameters.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Blameless Post-Mortems &amp; RCA: Structuring RCAs with timelines, contributing factors, 'Five Whys' analysis, and tracking actionable Jiras to prevent regression.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Reduce alert fatigue by alerting on customer-impacting SLO burn rates, backed by deterministic, executable runbooks for rapid mitigation.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6-Month Action Plan: Achieving SRE Maturity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Phase-by-phase implementation of advanced diagnostics and auto-remediation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1-2: Standardize OpenTelemetry tracing across all core services, integrate Node Problem Detector, and deploy Cilium Hubble for network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3-4: Implement SLO-based Prometheus alerting with Alertmanager routing; design interactive Grafana dashboards linked directly to triage runbooks.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5-6: Introduce automated self-healing loops (e.g., KEDA autoscaling, custom operators for automated pod restarts) and conduct game-day chaos engineering simulations.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SRE maturity is a journey from reactive firefighting to proactive, SLO-driven engineering and automated self-healing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