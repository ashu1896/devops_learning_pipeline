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team. In this final installment of our GCP series, we are focusing on production readiness from an SRE and operational excellence perspective. We will cover telemetry architectures, custom Prometheus alerting rules, diagnostic runbooks, and building a blameless post-mortem culture backed by automated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focuses on telemetry collection infrastructure. Emphasize that deploying Managed Prometheus offloads local Prometheus storage limits by leveraging GCP's global Monarch time-series database. Highlight how OpenTelemetry Collector acts as a vendor-neutral pipeline for traces, metrics, and logs.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SRE is often overlooked. Observability pipelines frequently aggregate raw application errors that might accidentally contain authorization headers, PII, or API keys. Discuss Cloud DLP integration and VPC Service Controls to prevent telemetry exfiltration.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heavily on SRE best practices here. Mention Google SRE principles: alert on SLO burn rates rather than static CPU thresholds. Explain how Pub/Sub paired with Cloud Functions/Workflows can take snapshot diagnostics (goroutines, heap profiles, pod logs) immediately when an alert fires.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this strategic roadmap. Highlight that achieving top-tier SRE capabilities requires a phased approach—starting with reliable base telemetry, moving to SLO-driven alerts, and culminating in self-healing systems and automated diagnostic gathering.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GCP Observability &amp; Incident Response</a:t>
            </a:r>
          </a:p>
          <a:p>
            <a:pPr>
              <a:spcBef>
                <a:spcPts val="1000"/>
              </a:spcBef>
              <a:defRPr sz="1600">
                <a:solidFill>
                  <a:srgbClr val="94A3B8"/>
                </a:solidFill>
                <a:latin typeface="Arial"/>
              </a:defRPr>
            </a:pPr>
            <a:r>
              <a:t>Production SRE, Advanced Diagnostics, Prometheus Alerting, and RCA Mastery (Part 3/3)</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Advanced Telemetry Architecture &amp; Diagnostics</a:t>
            </a:r>
          </a:p>
          <a:p>
            <a:pPr>
              <a:spcBef>
                <a:spcPts val="400"/>
              </a:spcBef>
              <a:defRPr sz="1300" b="1">
                <a:solidFill>
                  <a:srgbClr val="4F46E5"/>
                </a:solidFill>
                <a:latin typeface="Arial"/>
              </a:defRPr>
            </a:pPr>
            <a:r>
              <a:t>Scalable Observability via GMP, OpenTelemetry, and Cloud Logging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Deploy Google Cloud Managed Service for Prometheus (GMP) in multi-cluster GKE environments with managed collectors and central Monarch storage.</a:t>
            </a:r>
          </a:p>
          <a:p>
            <a:pPr>
              <a:lnSpc>
                <a:spcPct val="115000"/>
              </a:lnSpc>
              <a:spcAft>
                <a:spcPts val="800"/>
              </a:spcAft>
              <a:defRPr sz="1300">
                <a:solidFill>
                  <a:srgbClr val="1E293B"/>
                </a:solidFill>
                <a:latin typeface="Arial"/>
              </a:defRPr>
            </a:pPr>
            <a:r>
              <a:t>•   Implement unified OpenTelemetry (OTel) collectors for trace, metric, and log ingestion to decouple telemetry agents from backend sinks.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Configure high-throughput Cloud Logging sinks with exclusion filters, BigQuery long-term retention, and Pub/Sub routing for SIEM integration.</a:t>
            </a:r>
          </a:p>
          <a:p>
            <a:pPr>
              <a:lnSpc>
                <a:spcPct val="115000"/>
              </a:lnSpc>
              <a:spcAft>
                <a:spcPts val="800"/>
              </a:spcAft>
              <a:defRPr sz="1300">
                <a:solidFill>
                  <a:srgbClr val="1E293B"/>
                </a:solidFill>
                <a:latin typeface="Arial"/>
              </a:defRPr>
            </a:pPr>
            <a:r>
              <a:t>•   Utilize Cloud Profiler and Cloud Trace for deep diagnostics of distributed microservice latency bottlenecks under production loads.</a:t>
            </a:r>
          </a:p>
          <a:p>
            <a:pPr>
              <a:spcBef>
                <a:spcPts val="1400"/>
              </a:spcBef>
              <a:defRPr sz="1050" b="1">
                <a:solidFill>
                  <a:srgbClr val="4F46E5"/>
                </a:solidFill>
                <a:latin typeface="Arial"/>
              </a:defRPr>
            </a:pPr>
            <a:r>
              <a:t>Key Takeaway: A decoupled, standardized OpenTelemetry and GMP architecture guarantees enterprise-wide visibility without vendor lock-in or performance degradation.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DevSecOps &amp; Security Governance for Observability</a:t>
            </a:r>
          </a:p>
          <a:p>
            <a:pPr>
              <a:spcBef>
                <a:spcPts val="400"/>
              </a:spcBef>
              <a:defRPr sz="1300" b="1">
                <a:solidFill>
                  <a:srgbClr val="4F46E5"/>
                </a:solidFill>
                <a:latin typeface="Arial"/>
              </a:defRPr>
            </a:pPr>
            <a:r>
              <a:t>Securing Telemetry Pipelines, Audit Logs, and Diagnostic Workflows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Enforce Least Privilege IAM roles (e.g., roles/monitoring.viewer, roles/logging.privateLogViewer) to restrict PII/PHI access in logs.</a:t>
            </a:r>
          </a:p>
          <a:p>
            <a:pPr>
              <a:lnSpc>
                <a:spcPct val="115000"/>
              </a:lnSpc>
              <a:spcAft>
                <a:spcPts val="800"/>
              </a:spcAft>
              <a:defRPr sz="1300">
                <a:solidFill>
                  <a:srgbClr val="1E293B"/>
                </a:solidFill>
                <a:latin typeface="Arial"/>
              </a:defRPr>
            </a:pPr>
            <a:r>
              <a:t>•   Extend VPC Service Controls (VPC-SC) perimeters to protect Cloud Logging, Monitoring, and Trace APIs against exfiltration vectors.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Implement automatic log masking, data redaction rules, and Cloud DLP (Data Loss Prevention) pipelines for ingested logs before persistent storage.</a:t>
            </a:r>
          </a:p>
          <a:p>
            <a:pPr>
              <a:lnSpc>
                <a:spcPct val="115000"/>
              </a:lnSpc>
              <a:spcAft>
                <a:spcPts val="800"/>
              </a:spcAft>
              <a:defRPr sz="1300">
                <a:solidFill>
                  <a:srgbClr val="1E293B"/>
                </a:solidFill>
                <a:latin typeface="Arial"/>
              </a:defRPr>
            </a:pPr>
            <a:r>
              <a:t>•   Enforce immutable Audit Logs (DATA_READ, DATA_WRITE, ADMIN_READ) routed to Write-Once-Read-Many (WORM) storage for compliance.</a:t>
            </a:r>
          </a:p>
          <a:p>
            <a:pPr>
              <a:spcBef>
                <a:spcPts val="1400"/>
              </a:spcBef>
              <a:defRPr sz="1050" b="1">
                <a:solidFill>
                  <a:srgbClr val="4F46E5"/>
                </a:solidFill>
                <a:latin typeface="Arial"/>
              </a:defRPr>
            </a:pPr>
            <a:r>
              <a:t>Key Takeaway: Observability systems are high-value security targets; strict zero-trust controls and automated DLP prevent telemetry from becoming a data-leak vector.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Custom Prometheus Alerting &amp; Incident Runbooks</a:t>
            </a:r>
          </a:p>
          <a:p>
            <a:pPr>
              <a:spcBef>
                <a:spcPts val="400"/>
              </a:spcBef>
              <a:defRPr sz="1300" b="1">
                <a:solidFill>
                  <a:srgbClr val="4F46E5"/>
                </a:solidFill>
                <a:latin typeface="Arial"/>
              </a:defRPr>
            </a:pPr>
            <a:r>
              <a:t>Actionable Alerting, SLO-Based Burn Rates, and Automated RCA</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Define multi-window, multi-burn-rate Prometheus alerting rules (PromQL) based on Error Budgets to eliminate non-actionable pages.</a:t>
            </a:r>
          </a:p>
          <a:p>
            <a:pPr>
              <a:lnSpc>
                <a:spcPct val="115000"/>
              </a:lnSpc>
              <a:spcAft>
                <a:spcPts val="800"/>
              </a:spcAft>
              <a:defRPr sz="1300">
                <a:solidFill>
                  <a:srgbClr val="1E293B"/>
                </a:solidFill>
                <a:latin typeface="Arial"/>
              </a:defRPr>
            </a:pPr>
            <a:r>
              <a:t>•   Integrate Cloud Monitoring with Webhooks, PagerDuty, and Pub/Sub to trigger Workflows for automated diagnostic gatherers upon alert firing.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Build interactive Cloud Monitoring Dashboards paired directly with hyper-linked Runbooks for standardized, single-click incident triage.</a:t>
            </a:r>
          </a:p>
          <a:p>
            <a:pPr>
              <a:lnSpc>
                <a:spcPct val="115000"/>
              </a:lnSpc>
              <a:spcAft>
                <a:spcPts val="800"/>
              </a:spcAft>
              <a:defRPr sz="1300">
                <a:solidFill>
                  <a:srgbClr val="1E293B"/>
                </a:solidFill>
                <a:latin typeface="Arial"/>
              </a:defRPr>
            </a:pPr>
            <a:r>
              <a:t>•   Establish a Blameless RCA framework with blameless post-mortems, actionable remediation tracking, and automated failure-domain isolation.</a:t>
            </a:r>
          </a:p>
          <a:p>
            <a:pPr>
              <a:spcBef>
                <a:spcPts val="1400"/>
              </a:spcBef>
              <a:defRPr sz="1050" b="1">
                <a:solidFill>
                  <a:srgbClr val="4F46E5"/>
                </a:solidFill>
                <a:latin typeface="Arial"/>
              </a:defRPr>
            </a:pPr>
            <a:r>
              <a:t>Key Takeaway: Actionable PromQL alert rules coupled with automated diagnostic workflows reduce MTTR by eliminating manual telemetry gathering during active outages.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Observability &amp; SRE Mastery Roadmap</a:t>
            </a:r>
          </a:p>
          <a:p>
            <a:pPr>
              <a:spcBef>
                <a:spcPts val="400"/>
              </a:spcBef>
              <a:defRPr sz="1300" b="1">
                <a:solidFill>
                  <a:srgbClr val="14B8A6"/>
                </a:solidFill>
                <a:latin typeface="Arial"/>
              </a:defRPr>
            </a:pPr>
            <a:r>
              <a:t>Phased Implementation of Production Diagnostics &amp; Incident Excellence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Standardize OpenTelemetry collectors across GKE/Compute Engine and establish centralized GMP Monarch metrics storage.</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Formalize Service Level Objectives (SLOs), deploy multi-burn-rate PromQL alerting rules, and integrate Cloud DLP log masking.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Automate incident runbooks via Pub/Sub &amp; Cloud Run, implement automated RCA reporting, and conduct Chaos Engineering exercises.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6-month roadmap transforms reactive firefighting into a mature, automated SRE practice with measurable MTTR improvements.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