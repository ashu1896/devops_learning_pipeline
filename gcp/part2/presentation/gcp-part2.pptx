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Part 2 of our GCP Architect series. Today's deep dive moves past basic infrastructure provisioning into high-throughput performance tuning, deep perimeter security via VPC Service Controls, and building resilient SRE operating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enterprise scale, standard networking and OS constructs become bottlenecks. By adopting Dataplane v2 (eBPF), you bypass iptables overhead completely. Ensure you use gVNIC with Tier_1 networking to unlock 100Gbps for IO-intensive applications, and sandbox multi-tenant workloads using gVisor.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IAM controls who can make API calls, but VPC Service Controls define *where* data can move. Combining VPC-SC with Binary Authorization ensures that even if an attacker acquires admin credentials, they cannot exfiltrate data or deploy unauthorized container images into GKE.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your SRE strategy on burn-rate alerting rather than static CPU/Memory thresholds. When network issues occur in complex Shared VPC setups, Connectivity Tests use reachability analysis to pinpoint blocked firewall rules or missing routes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roadmap gives your platform engineering team a realistic timeline to systematically elevate your GCP footprint from basic infrastructure to an automated, enterprise-grade cloud native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Advanced Google Cloud Platform: Enterprise Scale, Security &amp; Resilience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Part 2/3: Architecting High-Throughput Systems, Zero Trust Perimeters, and SRE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High-Throughput Topology &amp; Advanced Compute Optimization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Bypassing OS Bottlenecks with eBPF, gVNIC Tier_1 Networking, and GKE Sandboxing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GKE Dataplane v2 &amp; gVisor Sandboxing: Eliminates iptables latency using eBPF while providing strong kernel-level isolation for untrusted microservices.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Tier_1 Network Throughput: Unlocks up to 100 Gbps network egress on Compute Engine (N2/C2/C3) using Google Virtual NIC (gVNIC) and high-bandwidth configurations.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Architecting for Scale Boundaries: Mitigates global VPC BGP propagation limits (100 custom routes) and GKE control plane scale limits via Multi-Cluster Services (MCS).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Block Storage &amp; IOPS Tuning: Maximizes IOPS using Hyperdisk Extreme and NVMe Local SSDs configured with cache-aware application patterns and optimized block sizes.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Achieving maximum scale on GCP requires replacing legacy OS networking with eBPF, enforcing workload sandboxing, and designing within control-plane boundary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Enterprise Hardening, VPC Service Controls &amp; Zero Trust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Preventing Data Exfiltration with Network Perimeters and Supply Chain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VPC Service Controls (VPC-SC): Establishes cryptographic perimeters around Google-managed APIs (BigQuery, GCS, KMS) to prevent data exfiltration despite compromised IAM credentials.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Org Policy Guardrails: Enforces declarative constraints at the root folder level (e.g., restricting public IPs, enforcing Shared VPC host project compliance).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Software Supply Chain Integrity: Enforces Binary Authorization in GKE using KMS-signed attestations from Cloud Build to block unverified images.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Workload Identity Federation: Completely eliminates static service account JSON keys by swapping short-lived OIDC tokens from AWS, Azure, or Vault.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IAM alone is insufficient for enterprise security; True Zero Trust combines network perimeters via VPC-SC with cryptographic supply chain attestations.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Observability, SRE Mechanics &amp; Incident Troubleshooting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SLO-Based Error Budget Management and Packet-Level Network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High-Velocity Telemetry Pipeline: Routes high-volume audit logs to BigQuery and Chronicle via Pub/Sub, while dynamic exclusion filters optimize logging spend.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SLO/SLI Engine &amp; Dynamic Burn Rates: Defines precise Monitoring Query Language (MQL) metrics to trigger PagerDuty alerts based on error budget consumption velocity.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Deep Network Diagnostics: Employs Network Connectivity Tests, Network Topology, and Packet Mirroring to debug cross-project Shared VPC and Interconnect failures.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Automated Event-Driven Remediation: Triggers Cloud Run/Eventarc functions to quarantine compromised GKE nodes or automatically revert drift in IAM policies.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Operational maturity requires replacing static threshold alerts with SLO burn-rate alerting and leveraging automated remediations for real-time fault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Strategic 6-Month GCP Platform Mastery Roadmap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Phased Transition to Enterprise Automation, High Performance, and Resilient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1–2 (Foundation &amp; Zero Trust): Implement VPC-SC perimeters, enforce Org Policies, and eliminate static service account keys in favor of Workload Identity.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3–4 (Performance &amp; Compute): Deploy GKE Dataplane v2 with gVisor sandboxing, enable Tier_1 gVNIC networking, and optimize block storage IOPS.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5–6 (Advanced SRE &amp; Automation): Build MQL error-budget burn-rate alerts, establish Eventarc self-healing pipelines, and enforce continuous Binary Authorization.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Transforming GCP capabilities requires an intentional sequence: secure the perimeter first, optimize high-throughput compute second, and solidify SRE automation third.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