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kicking off Part 1 of our GCP Enterprise Architecture series. In this session, we cover the essential building blocks required for senior architects and SREs to build scalable, resilient, and secure GCP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analyze GCP's resource tree. Structuring your organization into multi-tier folders (e.g., Environment, Business Unit) allows top-down policy inheritance. Coupled with Shared VPCs, networking teams manage subnets centrally while workload teams deploy into isolated service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must be declarative and proactive. By replacing exported JSON keys with Workload Identity Federation, we eliminate key leakage risks. VPC Service Controls act as a perimeter defense around cloud services, preventing unauthorized API calls even if credentials are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SRE perspective, day-two operations depend on immediate signal clarity. Aggregated log sinks ensure immutable compliance trails, while robust MQL alerting gives early warnings before SLOs are breached. Command-line diagnostic routines remain essential for low-level node recovery.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6-month timeline outlines the practical execution path for transforming your cloud strategy. We start with deterministic landing zone templates, layer on identity perimeters, and finish with full observability integrations for day-two operational maturity.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Google Cloud Platform Core Foundations</a:t>
            </a:r>
          </a:p>
          <a:p>
            <a:pPr>
              <a:spcBef>
                <a:spcPts val="1000"/>
              </a:spcBef>
              <a:defRPr sz="1600">
                <a:solidFill>
                  <a:srgbClr val="94A3B8"/>
                </a:solidFill>
                <a:latin typeface="Arial"/>
              </a:defRPr>
            </a:pPr>
            <a:r>
              <a:t>Part 1/3: Enterprise Resource Topology, IAM Mechanics &amp; Networking Baselines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Core Resource Hierarchy &amp; Network Topology</a:t>
            </a:r>
          </a:p>
          <a:p>
            <a:pPr>
              <a:spcBef>
                <a:spcPts val="400"/>
              </a:spcBef>
              <a:defRPr sz="1300" b="1">
                <a:solidFill>
                  <a:srgbClr val="4F46E5"/>
                </a:solidFill>
                <a:latin typeface="Arial"/>
              </a:defRPr>
            </a:pPr>
            <a:r>
              <a:t>Structuring Organizations, Folders, Projects, and Shared VPCs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Organization Node &amp; Folders: Enforce governance using hierarchical inheritance (Org -&gt; Folder -&gt; Project -&gt; Resource)</a:t>
            </a:r>
          </a:p>
          <a:p>
            <a:pPr>
              <a:lnSpc>
                <a:spcPct val="115000"/>
              </a:lnSpc>
              <a:spcAft>
                <a:spcPts val="800"/>
              </a:spcAft>
              <a:defRPr sz="1300">
                <a:solidFill>
                  <a:srgbClr val="1E293B"/>
                </a:solidFill>
                <a:latin typeface="Arial"/>
              </a:defRPr>
            </a:pPr>
            <a:r>
              <a:t>•   Shared VPC Architecture: Isolate host network projects from service projects to centralize SecOps network control</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gcloud CLI Provisioning: Execute 'gcloud compute networks create custom-vpc --subnet-mode=custom' for deterministic network boundaries</a:t>
            </a:r>
          </a:p>
          <a:p>
            <a:pPr>
              <a:spcBef>
                <a:spcPts val="1400"/>
              </a:spcBef>
              <a:defRPr sz="1050" b="1">
                <a:solidFill>
                  <a:srgbClr val="4F46E5"/>
                </a:solidFill>
                <a:latin typeface="Arial"/>
              </a:defRPr>
            </a:pPr>
            <a:r>
              <a:t>Key Takeaway: Centralized network control coupled with decoupled project isolation provides a scalable, audit-compliant infrastructure topology.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Identity Hardening &amp; Perimeter Defense</a:t>
            </a:r>
          </a:p>
          <a:p>
            <a:pPr>
              <a:spcBef>
                <a:spcPts val="400"/>
              </a:spcBef>
              <a:defRPr sz="1300" b="1">
                <a:solidFill>
                  <a:srgbClr val="4F46E5"/>
                </a:solidFill>
                <a:latin typeface="Arial"/>
              </a:defRPr>
            </a:pPr>
            <a:r>
              <a:t>Enforcing Zero-Trust with Workload Identity, Org Policies &amp; VPC-SC</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Keyless Identity Federation: Eliminate static Service Account keys via OIDC-based Workload Identity Pools for CI/CD</a:t>
            </a:r>
          </a:p>
          <a:p>
            <a:pPr>
              <a:lnSpc>
                <a:spcPct val="115000"/>
              </a:lnSpc>
              <a:spcAft>
                <a:spcPts val="800"/>
              </a:spcAft>
              <a:defRPr sz="1300">
                <a:solidFill>
                  <a:srgbClr val="1E293B"/>
                </a:solidFill>
                <a:latin typeface="Arial"/>
              </a:defRPr>
            </a:pPr>
            <a:r>
              <a:t>•   VPC Service Controls (VPC-SC): Construct cryptographic security perimeters around GCP APIs to eliminate data exfiltration risks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Organization Policies: Programmatically enforce constraints like 'constraints/iam.disableServiceAccountKeyCreation' across all child projects</a:t>
            </a:r>
          </a:p>
          <a:p>
            <a:pPr>
              <a:spcBef>
                <a:spcPts val="1400"/>
              </a:spcBef>
              <a:defRPr sz="1050" b="1">
                <a:solidFill>
                  <a:srgbClr val="4F46E5"/>
                </a:solidFill>
                <a:latin typeface="Arial"/>
              </a:defRPr>
            </a:pPr>
            <a:r>
              <a:t>Key Takeaway: Never issue static service account keys; protect managed data services behind strict cryptographic perimeters.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Reliability, Observability &amp; Diagnostics</a:t>
            </a:r>
          </a:p>
          <a:p>
            <a:pPr>
              <a:spcBef>
                <a:spcPts val="400"/>
              </a:spcBef>
              <a:defRPr sz="1300" b="1">
                <a:solidFill>
                  <a:srgbClr val="4F46E5"/>
                </a:solidFill>
                <a:latin typeface="Arial"/>
              </a:defRPr>
            </a:pPr>
            <a:r>
              <a:t>Cloud Logging, Metrics Scopes &amp; Emergency Command-Line Troubleshooting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Enterprise Log Routers: Route audit logs out-of-band to BigQuery and Pub/Sub via aggregated sinks for SIEM ingestion</a:t>
            </a:r>
          </a:p>
          <a:p>
            <a:pPr>
              <a:lnSpc>
                <a:spcPct val="115000"/>
              </a:lnSpc>
              <a:spcAft>
                <a:spcPts val="800"/>
              </a:spcAft>
              <a:defRPr sz="1300">
                <a:solidFill>
                  <a:srgbClr val="1E293B"/>
                </a:solidFill>
                <a:latin typeface="Arial"/>
              </a:defRPr>
            </a:pPr>
            <a:r>
              <a:t>•   Metric-Driven Alerting: Define MQL (Monitoring Query Language) conditions for rapid SLO/SLI error budget depletion detection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Deep Diagnostics: Leverage 'gcloud compute ssh --troubleshoot' and interactive serial console logging during network partition outages</a:t>
            </a:r>
          </a:p>
          <a:p>
            <a:pPr>
              <a:spcBef>
                <a:spcPts val="1400"/>
              </a:spcBef>
              <a:defRPr sz="1050" b="1">
                <a:solidFill>
                  <a:srgbClr val="4F46E5"/>
                </a:solidFill>
                <a:latin typeface="Arial"/>
              </a:defRPr>
            </a:pPr>
            <a:r>
              <a:t>Key Takeaway: Proactive alerting combined with centralized log routing ensures rapid MTTR and absolute operational visibility.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GCP Foundations Roadmap</a:t>
            </a:r>
          </a:p>
          <a:p>
            <a:pPr>
              <a:spcBef>
                <a:spcPts val="400"/>
              </a:spcBef>
              <a:defRPr sz="1300" b="1">
                <a:solidFill>
                  <a:srgbClr val="14B8A6"/>
                </a:solidFill>
                <a:latin typeface="Arial"/>
              </a:defRPr>
            </a:pPr>
            <a:r>
              <a:t>From Core Architecture Blueprinting to Enterprise Production Readiness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(Foundation): Establish Org Hierarchy, Automated Landing Zone via Terraform, and central Shared VPCs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(Hardening): Enforce Org Policies, VPC-SC perimeters, and keyless CI/CD authentication pipelines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(SRE Operations): Implement Cloud Operations Suite, automated incident playbooks, and SRE SLO dashboards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phased adoption roadmap ensures secure enterprise landing zones with high operational resilience.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