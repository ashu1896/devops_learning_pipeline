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candidate and outline the primary objectives for this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data path and recovery mechanism during failover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key IAM principles and how telemetry shapes modern incident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 hypothetical network outage scenario and recovery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the candidate to focus on practical hands-on labs and mini-projects.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9144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B8A6"/>
                </a:solidFill>
                <a:latin typeface="Arial"/>
              </a:defRPr>
            </a:pPr>
            <a:r>
              <a:t>6-MONTH DEVops MASTERCLASS</a:t>
            </a:r>
          </a:p>
          <a:p>
            <a:pPr>
              <a:defRPr sz="4400" b="1">
                <a:solidFill>
                  <a:srgbClr val="F1F5F9"/>
                </a:solidFill>
                <a:latin typeface="Arial"/>
              </a:defRPr>
            </a:pPr>
            <a:r>
              <a:t>Mastering Docker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Enterprise Architecture &amp; SRE Strategy (Part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SRE &amp; PLATFORM ENGINEERING GROUP  •  AUTOMATED PIPELINE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Enterprise System Architecture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Production Topology &amp; Data Flow in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Redundant multi-AZ node configuration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Zero-downtime rolling update mechanics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Strict private subnet security groups isolation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Ensure zero single point of failure at every level.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Production Hardening &amp; DevSecOps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Security Best Practices &amp; Monitoring for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Enforced SSL/TLS mutual authentication (mTLS)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Real-time resource exhaustion alerts (Prometheus)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Role-Based Access Control (RBAC) principle of least privilege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Security is not an afterthought; it must be baked into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SRE &amp; Production Troubleshooting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Incident Scenarios &amp; Root Cause Analysis (RCA)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Solving network splits &amp; split-brain scenarios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Handling cascading resource starvation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Rolling back corrupted configurations with GitOps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Automate recovery; human steps should only confirm success.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6-Month Expert Learning Roadmap</a:t>
            </a:r>
          </a:p>
          <a:p>
            <a:pPr>
              <a:spcBef>
                <a:spcPts val="400"/>
              </a:spcBef>
              <a:defRPr sz="1300" b="1">
                <a:solidFill>
                  <a:srgbClr val="14B8A6"/>
                </a:solidFill>
                <a:latin typeface="Arial"/>
              </a:defRPr>
            </a:pPr>
            <a:r>
              <a:t>Strategic Path to Docker Mastery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01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Weeks 1-2: Advanced Core Internals &amp; Local Mocking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02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Weeks 3-4: Multi-cloud Deployment &amp; Terraform Automation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03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Weeks 5-6: Chaos Engineering &amp; Live-Traffic Drills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Arial"/>
              </a:defRPr>
            </a:pPr>
            <a:r>
              <a:t>Goal: Transition from conceptual understanding to live production ownership.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