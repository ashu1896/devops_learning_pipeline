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3 of our GitHub Enterprise Workshop. Today, we transition from developer workflows and security pipelines to production SRE operations. We will dissect how to run, monitor, troubleshoot, and recover GitHub Enterprise at scale, focusing on metrics, alerting, and rapid incident resolution.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production architecture. On GHES, we manage clustering across multiple nodes using Spokes for Git replication and Orchestrator for MySQL. For observability, we don't just rely on basic uptime checks; we hook Prometheus directly into the GHES metrics endpoint and run custom OpenTelemetry daemons on our runner VMs to detect silent failures before they impact developers.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SRE means preventing lateral movement. We achieve this by using Kubernetes-based Actions Runner Controller (ARC) to spin up ephemeral, single-use pods. Furthermore, any administrative action on the GHES appliance must be governed by Just-In-Time access controls, with every shell command streamed directly to our SIEM for real-time anomaly detection.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incident strikes, we don't guess. We rely on Prometheus alerts that track the exact duration a job sits in the queue. If it exceeds 5 minutes, an alert triggers. Our SREs run automated diagnostics scripts to dump performance profiles. For disaster recovery, we run continuous `ghe-backup` syncs to an offsite target, ensuring we can restore service with minimal RPO and RTO.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implement this in your enterprise, follow this 6-month roadmap. We start by defining our SLIs and SLOs. By month 4, we introduce chaos engineering to prove our alerting works under simulated failures. By month 6, we aim for self-healing infrastructure where our Kubernetes runner clusters scale dynamically based on Prometheus-exposed queue metrics.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GitHub Enterprise Operations: Production SRE &amp; Incident Diagnostics</a:t>
            </a:r>
          </a:p>
          <a:p>
            <a:pPr>
              <a:spcBef>
                <a:spcPts val="1000"/>
              </a:spcBef>
              <a:defRPr sz="1600">
                <a:solidFill>
                  <a:srgbClr val="94A3B8"/>
                </a:solidFill>
                <a:latin typeface="Arial"/>
              </a:defRPr>
            </a:pPr>
            <a:r>
              <a:t>Architecting Resilient GHES/GHEC Environments, Custom Prometheus Observability, and Enterprise Runbooks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GitHub Enterprise SRE Architecture</a:t>
            </a:r>
          </a:p>
          <a:p>
            <a:pPr>
              <a:spcBef>
                <a:spcPts val="400"/>
              </a:spcBef>
              <a:defRPr sz="1300" b="1">
                <a:solidFill>
                  <a:srgbClr val="4F46E5"/>
                </a:solidFill>
                <a:latin typeface="Arial"/>
              </a:defRPr>
            </a:pPr>
            <a:r>
              <a:t>Observability Pipelines, Clustering Topology, and Runner Telemetry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High-Availability Clustering: Active-active database replication (MySQL/Orchestrator) and distributed Git storage (Spokes) across multiple availability zones.</a:t>
            </a:r>
          </a:p>
          <a:p>
            <a:pPr>
              <a:lnSpc>
                <a:spcPct val="115000"/>
              </a:lnSpc>
              <a:spcAft>
                <a:spcPts val="800"/>
              </a:spcAft>
              <a:defRPr sz="1300">
                <a:solidFill>
                  <a:srgbClr val="1E293B"/>
                </a:solidFill>
                <a:latin typeface="Arial"/>
              </a:defRPr>
            </a:pPr>
            <a:r>
              <a:t>•   Telemetry Ingestion Pipeline: Exporting GHES collectd/syslog metrics directly to Prometheus, Elasticsearch, and Splunk for real-time log aggregation.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Runner Observability: Deploying OpenTelemetry collectors on self-hosted runner pools to track ephemeral VM lifecycle, CPU/memory saturation, and disk I/O bottlenecks.</a:t>
            </a:r>
          </a:p>
          <a:p>
            <a:pPr>
              <a:lnSpc>
                <a:spcPct val="115000"/>
              </a:lnSpc>
              <a:spcAft>
                <a:spcPts val="800"/>
              </a:spcAft>
              <a:defRPr sz="1300">
                <a:solidFill>
                  <a:srgbClr val="1E293B"/>
                </a:solidFill>
                <a:latin typeface="Arial"/>
              </a:defRPr>
            </a:pPr>
            <a:r>
              <a:t>•   API Rate Limit Monitoring: Tracking `X-RateLimit-Remaining` headers globally to proactively prevent integration failures and orchestrator starvation.</a:t>
            </a:r>
          </a:p>
          <a:p>
            <a:pPr>
              <a:spcBef>
                <a:spcPts val="1400"/>
              </a:spcBef>
              <a:defRPr sz="1050" b="1">
                <a:solidFill>
                  <a:srgbClr val="4F46E5"/>
                </a:solidFill>
                <a:latin typeface="Arial"/>
              </a:defRPr>
            </a:pPr>
            <a:r>
              <a:t>Key Takeaway: True GitHub resilience relies on decoupling storage replication from compute nodes and exposing deep telemetry at both the appliance and runner layers.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Operations &amp; Incident Response</a:t>
            </a:r>
          </a:p>
          <a:p>
            <a:pPr>
              <a:spcBef>
                <a:spcPts val="400"/>
              </a:spcBef>
              <a:defRPr sz="1300" b="1">
                <a:solidFill>
                  <a:srgbClr val="4F46E5"/>
                </a:solidFill>
                <a:latin typeface="Arial"/>
              </a:defRPr>
            </a:pPr>
            <a:r>
              <a:t>Hardening Runner Environments, Audit Log Streaming, and Just-In-Time Access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Ephemeral Runner Hardening: Implementing non-persistent, single-use runner VMs (using Actions Runner Controller - ARC) to eliminate persistent state and cross-job contamination.</a:t>
            </a:r>
          </a:p>
          <a:p>
            <a:pPr>
              <a:lnSpc>
                <a:spcPct val="115000"/>
              </a:lnSpc>
              <a:spcAft>
                <a:spcPts val="800"/>
              </a:spcAft>
              <a:defRPr sz="1300">
                <a:solidFill>
                  <a:srgbClr val="1E293B"/>
                </a:solidFill>
                <a:latin typeface="Arial"/>
              </a:defRPr>
            </a:pPr>
            <a:r>
              <a:t>•   Just-In-Time (JIT) Administrative Access: Enforcing GHES Site Admin access via temporary, audited SSH keys integrated with enterprise Privileged Access Management (PAM) systems.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Audit Log Streaming (SIEM): Configuring real-time GraphQL/REST audit log streaming to Azure Sentinel or Splunk to detect anomalous API patterns and unauthorized IP access.</a:t>
            </a:r>
          </a:p>
          <a:p>
            <a:pPr>
              <a:lnSpc>
                <a:spcPct val="115000"/>
              </a:lnSpc>
              <a:spcAft>
                <a:spcPts val="800"/>
              </a:spcAft>
              <a:defRPr sz="1300">
                <a:solidFill>
                  <a:srgbClr val="1E293B"/>
                </a:solidFill>
                <a:latin typeface="Arial"/>
              </a:defRPr>
            </a:pPr>
            <a:r>
              <a:t>•   Automated Secret Revocation: Leveraging GitHub Secret Scanning push protection and immediate webhook-driven revocation pipelines during credential leaks.</a:t>
            </a:r>
          </a:p>
          <a:p>
            <a:pPr>
              <a:spcBef>
                <a:spcPts val="1400"/>
              </a:spcBef>
              <a:defRPr sz="1050" b="1">
                <a:solidFill>
                  <a:srgbClr val="4F46E5"/>
                </a:solidFill>
                <a:latin typeface="Arial"/>
              </a:defRPr>
            </a:pPr>
            <a:r>
              <a:t>Key Takeaway: Securing GitHub operations requires treating runners as untrusted, ephemeral execution environments and maintaining an immutable audit trail of administrative 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Diagnostics, Alerting &amp; Incident Runbooks</a:t>
            </a:r>
          </a:p>
          <a:p>
            <a:pPr>
              <a:spcBef>
                <a:spcPts val="400"/>
              </a:spcBef>
              <a:defRPr sz="1300" b="1">
                <a:solidFill>
                  <a:srgbClr val="4F46E5"/>
                </a:solidFill>
                <a:latin typeface="Arial"/>
              </a:defRPr>
            </a:pPr>
            <a:r>
              <a:t>Custom Prometheus Alerting Rules, Emergency Diagnostics, and Rapid Recovery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Custom Prometheus Alerting: Defining precise multi-burn-rate alerts for runner queue delays (`github_workflow_job_queue_duration_seconds`) and webhook delivery failures.</a:t>
            </a:r>
          </a:p>
          <a:p>
            <a:pPr>
              <a:lnSpc>
                <a:spcPct val="115000"/>
              </a:lnSpc>
              <a:spcAft>
                <a:spcPts val="800"/>
              </a:spcAft>
              <a:defRPr sz="1300">
                <a:solidFill>
                  <a:srgbClr val="1E293B"/>
                </a:solidFill>
                <a:latin typeface="Arial"/>
              </a:defRPr>
            </a:pPr>
            <a:r>
              <a:t>•   Emergency Diagnostics: Generating and parsing GHES `ghe-btop` and `ghe-diagnostics` bundles under heavy load without degrading appliance performance.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Disaster Recovery (GHES Backups): Implementing zero-downtime backups using GitHub Enterprise Server Backup Utilities (ghe-backup) with point-in-time recovery targets.</a:t>
            </a:r>
          </a:p>
          <a:p>
            <a:pPr>
              <a:lnSpc>
                <a:spcPct val="115000"/>
              </a:lnSpc>
              <a:spcAft>
                <a:spcPts val="800"/>
              </a:spcAft>
              <a:defRPr sz="1300">
                <a:solidFill>
                  <a:srgbClr val="1E293B"/>
                </a:solidFill>
                <a:latin typeface="Arial"/>
              </a:defRPr>
            </a:pPr>
            <a:r>
              <a:t>•   Incident Runbook Strategy: Standardizing automated playbooks for common failure modes like runner disk exhaustion, API rate-limiting, and Git push replication lag.</a:t>
            </a:r>
          </a:p>
          <a:p>
            <a:pPr>
              <a:spcBef>
                <a:spcPts val="1400"/>
              </a:spcBef>
              <a:defRPr sz="1050" b="1">
                <a:solidFill>
                  <a:srgbClr val="4F46E5"/>
                </a:solidFill>
                <a:latin typeface="Arial"/>
              </a:defRPr>
            </a:pPr>
            <a:r>
              <a:t>Key Takeaway: Proactive alert thresholds combined with highly automated, dry-run-tested recovery playbooks minimize Mean Time to Resolution (MTTR) during critical platform outages.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Platform Resilience Roadmap</a:t>
            </a:r>
          </a:p>
          <a:p>
            <a:pPr>
              <a:spcBef>
                <a:spcPts val="400"/>
              </a:spcBef>
              <a:defRPr sz="1300" b="1">
                <a:solidFill>
                  <a:srgbClr val="14B8A6"/>
                </a:solidFill>
                <a:latin typeface="Arial"/>
              </a:defRPr>
            </a:pPr>
            <a:r>
              <a:t>Milestones for Achieving 99.99% GitHub Enterprise Availability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Establish baseline SLIs/SLOs for job execution latency, API availability, and log ingestion lag; deploy ARC across multi-region Kubernetes clusters.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Implement automated chaos engineering (e.g., simulating runner pool depletion and storage network partitions) and refine Prometheus multi-burn-rate alert rules.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Achieve fully automated self-healing (auto-scaling runners based on queue metrics and automated failover for GHES clusters) and conduct quarterly game-day drills.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Evolving to a highly resilient GitHub platform is a structured journey from basic observability to automated self-healing and continuous chaos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