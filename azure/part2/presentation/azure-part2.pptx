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Azure Technical Workshop series. Today, we are moving beyond the basic infrastructure-as-code deployments and focusing on the deep-tier engineering requirements. We will cover how to design for the absolute upper limits of Azure scale, how to implement true Zero-Trust isolation using Confidential VMs and Private Link, and how to build resilient SRE runbooks that leverage Chaos Studio and automated KQL diagnostics. This session is designed for Principal Architects and Senior SREs who manage high-throughput, mission-critical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look at performance tuning at scale, network latency is often the primary bottleneck. By implementing ExpressRoute FastPath, we bypass the gateway CPU entirely, routing on-premises traffic directly to the VM subnet. When combined with Proximity Placement Groups and Accelerated Networking (which leverages SR-IOV), we can achieve sub-millisecond latency. At the compute layer, when scaling VMSS up to 1,000 nodes, watch out for ARM rate limits. Ensure you are using user-assigned managed identities and spreading deployment operations across multiple resource groups to avoid subscription-level API throttling.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Azure must be multi-layered. While encryption at rest and in transit are standard, Confidential Computing allows us to encrypt data in memory (data-in-use). This prevents even Azure fabric administrators or compromised hypervisors from reading your application memory. On the network side, we must mandate Private Endpoints for all PaaS services, completely disabling public network access. To enforce this at scale, integrate these rules into your 'Subscription Vending Machine' pattern using Azure Blueprints or Terraform, backed by deny-effect Azure Policies.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transition from reactive troubleshooting to proactive SRE, we must master KQL and Chaos Engineering. Your Log Analytics workspaces should be architected to handle massive ingestion rates without hitting query limits. Use KQL to build dynamic dashboards that track golden signals. Next, use Azure Chaos Studio to proactively inject faults—such as shutting down an ExpressRoute circuit or generating artificial CPU spikes—to ensure your VMSS auto-scaling rules and failover paths actually work. Finally, close the loop: when an alert fires, let a Logic App execute a runbook to auto-remediate the issue before a human SRE is even paged.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successfully execute these advanced configurations, we recommend a phased 6-month roadmap. In the first two months, focus purely on performance low-hanging fruit: network latency and VM optimization. In months 3 and 4, shift your focus to security, locking down the network perimeter with Private Link and deploying Confidential VMs. Finally, in months 5 and 6, mature your SRE practices by introducing Chaos Studio and building automated self-healing workflows. This structured progression ensures your team builds deep technical competency without overloading operational capacity.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Advanced Azure Engineering: Scale, Performance &amp; Security</a:t>
            </a:r>
          </a:p>
          <a:p>
            <a:pPr>
              <a:spcBef>
                <a:spcPts val="1000"/>
              </a:spcBef>
              <a:defRPr sz="1600">
                <a:solidFill>
                  <a:srgbClr val="94A3B8"/>
                </a:solidFill>
                <a:latin typeface="Arial"/>
              </a:defRPr>
            </a:pPr>
            <a:r>
              <a:t>Part 2/3: Enterprise-Grade Configurations, Zero-Trust Sandboxing, and SRE Patterns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High-Performance Architecture &amp; Scale Boundaries</a:t>
            </a:r>
          </a:p>
          <a:p>
            <a:pPr>
              <a:spcBef>
                <a:spcPts val="400"/>
              </a:spcBef>
              <a:defRPr sz="1300" b="1">
                <a:solidFill>
                  <a:srgbClr val="4F46E5"/>
                </a:solidFill>
                <a:latin typeface="Arial"/>
              </a:defRPr>
            </a:pPr>
            <a:r>
              <a:t>Tuning Azure Infrastructure for Low Latency and Maximum Throughput</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ExpressRoute Direct &amp; FastPath: Bypassing the virtual network gateway to route network traffic directly to Azure Virtual Machines, reducing latency and increasing packet-per-second (PPS) performance.</a:t>
            </a:r>
          </a:p>
          <a:p>
            <a:pPr>
              <a:lnSpc>
                <a:spcPct val="115000"/>
              </a:lnSpc>
              <a:spcAft>
                <a:spcPts val="800"/>
              </a:spcAft>
              <a:defRPr sz="1300">
                <a:solidFill>
                  <a:srgbClr val="1E293B"/>
                </a:solidFill>
                <a:latin typeface="Arial"/>
              </a:defRPr>
            </a:pPr>
            <a:r>
              <a:t>•   Proximity Placement Groups (PPGs): Colocating Azure IaaS resources (VMs, Scale Sets) within the same physical data center boundary to achieve single-digit millisecond network latency.</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Virtual Machine Scale Sets (VMSS) at Scale: Designing for orchestrator-mode scale limits (up to 1,000 VMs) and mitigating subscription-level API throttling using Azure Resource Manager (ARM) token optimization.</a:t>
            </a:r>
          </a:p>
          <a:p>
            <a:pPr>
              <a:spcBef>
                <a:spcPts val="1400"/>
              </a:spcBef>
              <a:defRPr sz="1050" b="1">
                <a:solidFill>
                  <a:srgbClr val="4F46E5"/>
                </a:solidFill>
                <a:latin typeface="Arial"/>
              </a:defRPr>
            </a:pPr>
            <a:r>
              <a:t>Key Takeaway: Maximizing Azure performance requires eliminating virtualization overhead through physical colocation (PPGs) and direct-to-host network routing (FastPath).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Zero-Trust Security &amp; Enterprise Sandboxing</a:t>
            </a:r>
          </a:p>
          <a:p>
            <a:pPr>
              <a:spcBef>
                <a:spcPts val="400"/>
              </a:spcBef>
              <a:defRPr sz="1300" b="1">
                <a:solidFill>
                  <a:srgbClr val="4F46E5"/>
                </a:solidFill>
                <a:latin typeface="Arial"/>
              </a:defRPr>
            </a:pPr>
            <a:r>
              <a:t>Hardening Azure Environments via Confidential Computing and Private Link</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Azure Confidential Computing: Leveraging Intel SGX and AMD SEV-SNP hardware-encrypted enclaves to protect data-in-use at the CPU level from hypervisor-level access.</a:t>
            </a:r>
          </a:p>
          <a:p>
            <a:pPr>
              <a:lnSpc>
                <a:spcPct val="115000"/>
              </a:lnSpc>
              <a:spcAft>
                <a:spcPts val="800"/>
              </a:spcAft>
              <a:defRPr sz="1300">
                <a:solidFill>
                  <a:srgbClr val="1E293B"/>
                </a:solidFill>
                <a:latin typeface="Arial"/>
              </a:defRPr>
            </a:pPr>
            <a:r>
              <a:t>•   Private Link &amp; Private Endpoints: Eliminating public internet exposure by routing PaaS services (Azure SQL, Key Vault, Storage) exclusively over private IP addresses within the VNet.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Subscription Vending Machine &amp; Sandboxing: Automating secure landing zone creation with Azure Policy guardrails, denying public IPs, and enforcing mandatory customer-managed keys (CMK).</a:t>
            </a:r>
          </a:p>
          <a:p>
            <a:pPr>
              <a:spcBef>
                <a:spcPts val="1400"/>
              </a:spcBef>
              <a:defRPr sz="1050" b="1">
                <a:solidFill>
                  <a:srgbClr val="4F46E5"/>
                </a:solidFill>
                <a:latin typeface="Arial"/>
              </a:defRPr>
            </a:pPr>
            <a:r>
              <a:t>Key Takeaway: True enterprise security in Azure mandates that data is encrypted in-use (Confidential VMs) and that public endpoints are completely eliminated via Private Link.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Cloud Reliability Engineering &amp; Diagnostics</a:t>
            </a:r>
          </a:p>
          <a:p>
            <a:pPr>
              <a:spcBef>
                <a:spcPts val="400"/>
              </a:spcBef>
              <a:defRPr sz="1300" b="1">
                <a:solidFill>
                  <a:srgbClr val="4F46E5"/>
                </a:solidFill>
                <a:latin typeface="Arial"/>
              </a:defRPr>
            </a:pPr>
            <a:r>
              <a:t>Designing Resilient Systems with Azure Monitor, Chaos Studio, and KQL</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Log Analytics &amp; KQL Optimization: Designing multi-workspace architectures with optimized Kusto Query Language (KQL) queries to detect anomalies and platform bottlenecks in near real-time.</a:t>
            </a:r>
          </a:p>
          <a:p>
            <a:pPr>
              <a:lnSpc>
                <a:spcPct val="115000"/>
              </a:lnSpc>
              <a:spcAft>
                <a:spcPts val="800"/>
              </a:spcAft>
              <a:defRPr sz="1300">
                <a:solidFill>
                  <a:srgbClr val="1E293B"/>
                </a:solidFill>
                <a:latin typeface="Arial"/>
              </a:defRPr>
            </a:pPr>
            <a:r>
              <a:t>•   Azure Chaos Studio: Injecting faults systematically (network latency, CPU spikes, disk stress, zone failures) to validate resilience and auto-scaling triggers under real-world stress.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Automated Incident Response: Integrating Azure Monitor Alerts with Logic Apps and Event Grid to trigger self-healing runbooks, automated scale-outs, and rapid failovers.</a:t>
            </a:r>
          </a:p>
          <a:p>
            <a:pPr>
              <a:spcBef>
                <a:spcPts val="1400"/>
              </a:spcBef>
              <a:defRPr sz="1050" b="1">
                <a:solidFill>
                  <a:srgbClr val="4F46E5"/>
                </a:solidFill>
                <a:latin typeface="Arial"/>
              </a:defRPr>
            </a:pPr>
            <a:r>
              <a:t>Key Takeaway: SRE in Azure is not just about monitoring; it is about active fault injection via Chaos Studio and closed-loop automation using Logic Apps.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Roadmap: Scaling Azure Operations</a:t>
            </a:r>
          </a:p>
          <a:p>
            <a:pPr>
              <a:spcBef>
                <a:spcPts val="400"/>
              </a:spcBef>
              <a:defRPr sz="1300" b="1">
                <a:solidFill>
                  <a:srgbClr val="14B8A6"/>
                </a:solidFill>
                <a:latin typeface="Arial"/>
              </a:defRPr>
            </a:pPr>
            <a:r>
              <a:t>A 6-Month Action Plan for Platform Engineering Teams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Performance Baseline &amp; Network Optimization: Implement PPGs, enable Accelerated Networking across all critical VMSS, and transition to ExpressRoute FastPath.</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Zero-Trust Implementation &amp; Automated Guardrails: Enforce Private Endpoints globally, roll out AMD SEV-SNP Confidential VMs, and deploy Azure Policy deny-rules.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Chaos Engineering &amp; SRE Runbook Automation: Define SLOs/SLIs, run monthly fault-injection simulations in Chaos Studio, and automate 80% of common tier-1 incident responses.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6-month approach ensures that platform performance, security guardrails, and reliability practices are systematically elevated without disrupting active business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