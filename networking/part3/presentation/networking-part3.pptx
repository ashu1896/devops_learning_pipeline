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3 of our advanced networking series. Today, we focus on the SRE perspective of networking: how to observe, alert, diagnose, and recover from complex network failures in high-scale cloud-native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examine the architectural pipeline. We avoid traditional packet captures like tcpdump in production due to CPU overhead. Instead, we use eBPF at the kernel level to stream socket states directly to Prometheus. We then route metrics through OpenTelemetry Collectors to format them for downstream alerting engines.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designing telemetry, security is paramount. Since network traces can contain sensitive payloads, we must mask data at the collector level. Furthermore, we must secure our Prometheus scraping targets using mTLS to prevent unauthorized actors from harvesting infrastructure metrics.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look at a production-grade Prometheus alerting rule for TCP retransmissions. If the retransmission rate exceeds 2% over a 5-minute window, an alert is triggered. The alert payload includes a direct link to the runbook, which guides the on-call engineer through checking conntrack tables, interface drops, and BGP peer statuses to locate the bottleneck.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master network SRE, we propose a 6-month roadmap. We start by deploying eBPF telemetry to get high-fidelity data. Next, we build and tune our alert rules. Finally, we introduce chaos engineering to test our alerts and runbooks under simulated failure conditions, paving the way for automated self-healing.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Network Observability, Diagnostics &amp; Incident Response</a:t>
            </a:r>
          </a:p>
          <a:p>
            <a:pPr>
              <a:spcBef>
                <a:spcPts val="1000"/>
              </a:spcBef>
              <a:defRPr sz="1600">
                <a:solidFill>
                  <a:srgbClr val="94A3B8"/>
                </a:solidFill>
                <a:latin typeface="Arial"/>
              </a:defRPr>
            </a:pPr>
            <a:r>
              <a:t>Part 3/3: Production SRE, Custom Prometheus Alerting, and High-Scale Troubleshooting Runbooks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Telemetry Architecture: From Packet Capture to Prometheus Alerts</a:t>
            </a:r>
          </a:p>
          <a:p>
            <a:pPr>
              <a:spcBef>
                <a:spcPts val="400"/>
              </a:spcBef>
              <a:defRPr sz="1300" b="1">
                <a:solidFill>
                  <a:srgbClr val="4F46E5"/>
                </a:solidFill>
                <a:latin typeface="Arial"/>
              </a:defRPr>
            </a:pPr>
            <a:r>
              <a:t>Multi-layered network observability pipeline for cloud-native infrastructures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Data Plane Instrumentation: Leveraging eBPF (Cilium/Hubble) for kernel-level socket and packet tracking without sidecar overhead.</a:t>
            </a:r>
          </a:p>
          <a:p>
            <a:pPr>
              <a:lnSpc>
                <a:spcPct val="115000"/>
              </a:lnSpc>
              <a:spcAft>
                <a:spcPts val="800"/>
              </a:spcAft>
              <a:defRPr sz="1300">
                <a:solidFill>
                  <a:srgbClr val="1E293B"/>
                </a:solidFill>
                <a:latin typeface="Arial"/>
              </a:defRPr>
            </a:pPr>
            <a:r>
              <a:t>•   Telemetry Aggregation: Deploying Prometheus agents and OpenTelemetry Collectors to scrape metrics, logs, and traces at scale.</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Alerting &amp; Routing: Structuring Alertmanager inhibits, silences, and routing trees to prevent alert fatigue during cascading network failures.</a:t>
            </a:r>
          </a:p>
          <a:p>
            <a:pPr>
              <a:spcBef>
                <a:spcPts val="1400"/>
              </a:spcBef>
              <a:defRPr sz="1050" b="1">
                <a:solidFill>
                  <a:srgbClr val="4F46E5"/>
                </a:solidFill>
                <a:latin typeface="Arial"/>
              </a:defRPr>
            </a:pPr>
            <a:r>
              <a:t>Key Takeaway: A robust network observability architecture decouples data collection from alerting, ensuring low-overhead telemetry and high-fidelity alerts.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Zero-Trust Network Observability &amp; Secure Telemetry Pipelines</a:t>
            </a:r>
          </a:p>
          <a:p>
            <a:pPr>
              <a:spcBef>
                <a:spcPts val="400"/>
              </a:spcBef>
              <a:defRPr sz="1300" b="1">
                <a:solidFill>
                  <a:srgbClr val="4F46E5"/>
                </a:solidFill>
                <a:latin typeface="Arial"/>
              </a:defRPr>
            </a:pPr>
            <a:r>
              <a:t>Securing the telemetry plane while maintaining deep diagnostic capabilities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Mutual TLS (mTLS) for Telemetry: Enforcing SPIFFE/SPIRE-based identities for Prometheus scraping and OTel exporter endpoints.</a:t>
            </a:r>
          </a:p>
          <a:p>
            <a:pPr>
              <a:lnSpc>
                <a:spcPct val="115000"/>
              </a:lnSpc>
              <a:spcAft>
                <a:spcPts val="800"/>
              </a:spcAft>
              <a:defRPr sz="1300">
                <a:solidFill>
                  <a:srgbClr val="1E293B"/>
                </a:solidFill>
                <a:latin typeface="Arial"/>
              </a:defRPr>
            </a:pPr>
            <a:r>
              <a:t>•   eBPF-Based Runtime Security: Utilizing Cilium Tetragon for real-time detection of unauthorized socket creations and raw packet access.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RBAC &amp; Data Masking: Implementing fine-grained access control in Grafana and masking sensitive payload data in network traces.</a:t>
            </a:r>
          </a:p>
          <a:p>
            <a:pPr>
              <a:spcBef>
                <a:spcPts val="1400"/>
              </a:spcBef>
              <a:defRPr sz="1050" b="1">
                <a:solidFill>
                  <a:srgbClr val="4F46E5"/>
                </a:solidFill>
                <a:latin typeface="Arial"/>
              </a:defRPr>
            </a:pPr>
            <a:r>
              <a:t>Key Takeaway: Observability tools must not become security vulnerabilities; securing the telemetry plane with mTLS and RBAC is non-negotiable.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Production Incident Response: Runbooks &amp; Prometheus Alerting</a:t>
            </a:r>
          </a:p>
          <a:p>
            <a:pPr>
              <a:spcBef>
                <a:spcPts val="400"/>
              </a:spcBef>
              <a:defRPr sz="1300" b="1">
                <a:solidFill>
                  <a:srgbClr val="4F46E5"/>
                </a:solidFill>
                <a:latin typeface="Arial"/>
              </a:defRPr>
            </a:pPr>
            <a:r>
              <a:t>Proactive alert engineering, rapid diagnostics, and systematic root-cause analysis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Custom Prometheus Alerting: Implementing high-cardinality alerts for TCP retransmissions (node_netstat_Tcp_RetransSegs) and connection drops.</a:t>
            </a:r>
          </a:p>
          <a:p>
            <a:pPr>
              <a:lnSpc>
                <a:spcPct val="115000"/>
              </a:lnSpc>
              <a:spcAft>
                <a:spcPts val="800"/>
              </a:spcAft>
              <a:defRPr sz="1300">
                <a:solidFill>
                  <a:srgbClr val="1E293B"/>
                </a:solidFill>
                <a:latin typeface="Arial"/>
              </a:defRPr>
            </a:pPr>
            <a:r>
              <a:t>•   Dynamic Runbooks: Linking alerts directly to runbooks detailing specific diagnostic steps (e.g., conntrack table exhaustion mitigation).</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Post-Mortem &amp; RCA: Standardizing timelines, identifying systemic failure modes (e.g., DNS timeouts, routing loops), and tracking remedial actions.</a:t>
            </a:r>
          </a:p>
          <a:p>
            <a:pPr>
              <a:spcBef>
                <a:spcPts val="1400"/>
              </a:spcBef>
              <a:defRPr sz="1050" b="1">
                <a:solidFill>
                  <a:srgbClr val="4F46E5"/>
                </a:solidFill>
                <a:latin typeface="Arial"/>
              </a:defRPr>
            </a:pPr>
            <a:r>
              <a:t>Key Takeaway: Effective incident response relies on high-fidelity alerts mapped directly to actionable, executable runbooks.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6-Month Roadmap: Mastering Network SRE</a:t>
            </a:r>
          </a:p>
          <a:p>
            <a:pPr>
              <a:spcBef>
                <a:spcPts val="400"/>
              </a:spcBef>
              <a:defRPr sz="1300" b="1">
                <a:solidFill>
                  <a:srgbClr val="14B8A6"/>
                </a:solidFill>
                <a:latin typeface="Arial"/>
              </a:defRPr>
            </a:pPr>
            <a:r>
              <a:t>Phased implementation plan for advanced diagnostics, telemetry, and automated runbooks</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(Observability): Deploy eBPF-based network monitoring (Cilium/Hubble) and establish baseline network performance metrics.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(Alerting &amp; Runbooks): Refine Prometheus alerting rules, eliminate alert noise, and draft automated runbooks for common network incidents.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(Automation &amp; Chaos): Implement automated network chaos engineering (e.g., Chaos Mesh) and self-healing network mitigation scripts.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Achieving world-class network reliability requires a systematic shift from manual diagnostics to automated observability and self-healing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