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3 of our Git Deep Dive series. Today we shift our focus from developer workflows to systems engineering. We will explore Git through the lens of Site Reliability Engineering, treating Git hosting and runners as Tier-0 infrastructure. We'll cover how to diagnose low-level corruption, implement enterprise-grade monitoring, and write robust runbooks to minimize MTTR during platform outages.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Git fails at scale, it's rarely a simple merge conflict. SREs must understand how Git stores objects under the hood. In this slide, we focus on how to recover from object database corruption. We look at using 'git fsck' to trace broken links, how garbage collection processes loose objects into packfiles, and how to use the reflog as a safety net to recover seemingly lost work before resorting to backups.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in Git isn't just about access control lists. It requires cryptographic assurance. We will discuss enforcing commit signing to prevent identity spoofing, writing custom pre-receive hooks that run on the server to block commits containing secrets or massive binary files, and how to safely purge accidentally committed credentials using 'git-filter-repo' without destroying the entire repository's valid history.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the heartbeat of CI/CD. If the Git server or runners go down, deployment stops. This slide covers how to monitor Git infrastructure using Prometheus. We look at specific metrics like Gitaly RPC latency, concurrent SSH connections, and HTTP error rates. We also discuss concrete runbooks for common SRE incidents, such as stale lock files blocking pipelines and runner disk exhaustion, ensuring your team can quickly recover and write effective RCAs.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our three-part series, we present a strategic 6-month roadmap designed to elevate your organization's Git infrastructure to enterprise-grade SRE standards. We start with immediate hardening and security audits, move into deep observability and alerting, and conclude with automated self-healing systems and disaster recovery simulations. This roadmap ensures your Git environment remains resilient, secure, and highly performant.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Git in Production SRE: Diagnostics, Troubleshooting, and Enterprise Incident Management</a:t>
            </a:r>
          </a:p>
          <a:p>
            <a:pPr>
              <a:spcBef>
                <a:spcPts val="1000"/>
              </a:spcBef>
              <a:defRPr sz="1600">
                <a:solidFill>
                  <a:srgbClr val="94A3B8"/>
                </a:solidFill>
                <a:latin typeface="Arial"/>
              </a:defRPr>
            </a:pPr>
            <a:r>
              <a:t>Part 3/3: Hardening Git Infrastructure, Custom Prometheus Alerting, and High-Availability Runbooks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Git Internals Under Stress: Diagnostics and Object Database Troubleshooting</a:t>
            </a:r>
          </a:p>
          <a:p>
            <a:pPr>
              <a:spcBef>
                <a:spcPts val="400"/>
              </a:spcBef>
              <a:defRPr sz="1300" b="1">
                <a:solidFill>
                  <a:srgbClr val="4F46E5"/>
                </a:solidFill>
                <a:latin typeface="Arial"/>
              </a:defRPr>
            </a:pPr>
            <a:r>
              <a:t>Navigating Loose Objects, Packfiles, Reflogs, and Low-Level Repository Corruption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Diagnosing repository corruption using `git fsck --full --strict` to identify dangling commits, missing blobs, and broken SHA-1/SHA-256 links.</a:t>
            </a:r>
          </a:p>
          <a:p>
            <a:pPr>
              <a:lnSpc>
                <a:spcPct val="115000"/>
              </a:lnSpc>
              <a:spcAft>
                <a:spcPts val="800"/>
              </a:spcAft>
              <a:defRPr sz="1300">
                <a:solidFill>
                  <a:srgbClr val="1E293B"/>
                </a:solidFill>
                <a:latin typeface="Arial"/>
              </a:defRPr>
            </a:pPr>
            <a:r>
              <a:t>•   Optimizing repository performance and disk footprints on runners using aggressive garbage collection (`git gc --prune=now --aggressive`).</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Leveraging the Reflog (`git reflog`) and `git lost-found` to recover orphaned commits, accidental hard resets, and deleted branch heads.</a:t>
            </a:r>
          </a:p>
          <a:p>
            <a:pPr>
              <a:lnSpc>
                <a:spcPct val="115000"/>
              </a:lnSpc>
              <a:spcAft>
                <a:spcPts val="800"/>
              </a:spcAft>
              <a:defRPr sz="1300">
                <a:solidFill>
                  <a:srgbClr val="1E293B"/>
                </a:solidFill>
                <a:latin typeface="Arial"/>
              </a:defRPr>
            </a:pPr>
            <a:r>
              <a:t>•   Mitigating large file bottlenecks and performance degradation using Git LFS, scalar, or sparse-checkouts for monolithic repositories.</a:t>
            </a:r>
          </a:p>
          <a:p>
            <a:pPr>
              <a:spcBef>
                <a:spcPts val="1400"/>
              </a:spcBef>
              <a:defRPr sz="1050" b="1">
                <a:solidFill>
                  <a:srgbClr val="4F46E5"/>
                </a:solidFill>
                <a:latin typeface="Arial"/>
              </a:defRPr>
            </a:pPr>
            <a:r>
              <a:t>Key Takeaway: Deep understanding of Git's content-addressable object store (`.git/objects`) is critical for SREs to resolve low-level data corruption and optimize pipeline execution times.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Hardening the VCS Pipeline: Guardrails, Auditing, and DevSecOps at Scale</a:t>
            </a:r>
          </a:p>
          <a:p>
            <a:pPr>
              <a:spcBef>
                <a:spcPts val="400"/>
              </a:spcBef>
              <a:defRPr sz="1300" b="1">
                <a:solidFill>
                  <a:srgbClr val="4F46E5"/>
                </a:solidFill>
                <a:latin typeface="Arial"/>
              </a:defRPr>
            </a:pPr>
            <a:r>
              <a:t>Securing Git Repositories with Cryptographic Verification, Hook Enforcement, and Secret Scanning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Enforcing cryptographic commit and tag verification using GPG, SSH, or S/MIME signatures within branch protection rules.</a:t>
            </a:r>
          </a:p>
          <a:p>
            <a:pPr>
              <a:lnSpc>
                <a:spcPct val="115000"/>
              </a:lnSpc>
              <a:spcAft>
                <a:spcPts val="800"/>
              </a:spcAft>
              <a:defRPr sz="1300">
                <a:solidFill>
                  <a:srgbClr val="1E293B"/>
                </a:solidFill>
                <a:latin typeface="Arial"/>
              </a:defRPr>
            </a:pPr>
            <a:r>
              <a:t>•   Deploying enterprise-grade pre-receive hooks to block secrets, unapproved large files, and non-compliant commit messages before they hit the server.</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Implementing continuous secret scanning (e.g., GitGuardian, Gitleaks) integrated directly into the pull request and push event lifecycles.</a:t>
            </a:r>
          </a:p>
          <a:p>
            <a:pPr>
              <a:lnSpc>
                <a:spcPct val="115000"/>
              </a:lnSpc>
              <a:spcAft>
                <a:spcPts val="800"/>
              </a:spcAft>
              <a:defRPr sz="1300">
                <a:solidFill>
                  <a:srgbClr val="1E293B"/>
                </a:solidFill>
                <a:latin typeface="Arial"/>
              </a:defRPr>
            </a:pPr>
            <a:r>
              <a:t>•   Auditing Git history and rewriting sensitive data leaks in production repositories using high-performance tools like `git-filter-repo`.</a:t>
            </a:r>
          </a:p>
          <a:p>
            <a:pPr>
              <a:spcBef>
                <a:spcPts val="1400"/>
              </a:spcBef>
              <a:defRPr sz="1050" b="1">
                <a:solidFill>
                  <a:srgbClr val="4F46E5"/>
                </a:solidFill>
                <a:latin typeface="Arial"/>
              </a:defRPr>
            </a:pPr>
            <a:r>
              <a:t>Key Takeaway: Shift-left security starts at the commit level; enforcing cryptographic identity and server-side hooks prevents compliance violations and data leaks before they reach remote origins.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Production SRE: Observability, Prometheus Alerting, and Incident Runbooks</a:t>
            </a:r>
          </a:p>
          <a:p>
            <a:pPr>
              <a:spcBef>
                <a:spcPts val="400"/>
              </a:spcBef>
              <a:defRPr sz="1300" b="1">
                <a:solidFill>
                  <a:srgbClr val="4F46E5"/>
                </a:solidFill>
                <a:latin typeface="Arial"/>
              </a:defRPr>
            </a:pPr>
            <a:r>
              <a:t>Monitoring Git Infrastructure Health, Runner Saturation, and Mitigating CI/CD Outages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Defining critical Prometheus alerting rules for Git servers, tracking HTTP 5xx rates, SSH connection saturation, and Gitaly/Git daemon latency.</a:t>
            </a:r>
          </a:p>
          <a:p>
            <a:pPr>
              <a:lnSpc>
                <a:spcPct val="115000"/>
              </a:lnSpc>
              <a:spcAft>
                <a:spcPts val="800"/>
              </a:spcAft>
              <a:defRPr sz="1300">
                <a:solidFill>
                  <a:srgbClr val="1E293B"/>
                </a:solidFill>
                <a:latin typeface="Arial"/>
              </a:defRPr>
            </a:pPr>
            <a:r>
              <a:t>•   Formulating incident runbooks for Git outages, including handling 'Lock file already exists' (`index.lock`) errors and hung Git processes on runners.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Mitigating runner disk space exhaustion through automated cleanup of untracked files, build artifacts, and stale local worktrees.</a:t>
            </a:r>
          </a:p>
          <a:p>
            <a:pPr>
              <a:lnSpc>
                <a:spcPct val="115000"/>
              </a:lnSpc>
              <a:spcAft>
                <a:spcPts val="800"/>
              </a:spcAft>
              <a:defRPr sz="1300">
                <a:solidFill>
                  <a:srgbClr val="1E293B"/>
                </a:solidFill>
                <a:latin typeface="Arial"/>
              </a:defRPr>
            </a:pPr>
            <a:r>
              <a:t>•   Constructing a post-mortem RCA framework for Git outages, focusing on API rate-limiting exhaustion, network partition recovery, and replica resyncs.</a:t>
            </a:r>
          </a:p>
          <a:p>
            <a:pPr>
              <a:spcBef>
                <a:spcPts val="1400"/>
              </a:spcBef>
              <a:defRPr sz="1050" b="1">
                <a:solidFill>
                  <a:srgbClr val="4F46E5"/>
                </a:solidFill>
                <a:latin typeface="Arial"/>
              </a:defRPr>
            </a:pPr>
            <a:r>
              <a:t>Key Takeaway: Proactive observability via custom Prometheus alerts coupled with structured incident runbooks minimizes the blast radius of VCS outages on continuous deployment pipelines.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Roadmap: Git Infrastructure and SRE Excellence</a:t>
            </a:r>
          </a:p>
          <a:p>
            <a:pPr>
              <a:spcBef>
                <a:spcPts val="400"/>
              </a:spcBef>
              <a:defRPr sz="1300" b="1">
                <a:solidFill>
                  <a:srgbClr val="14B8A6"/>
                </a:solidFill>
                <a:latin typeface="Arial"/>
              </a:defRPr>
            </a:pPr>
            <a:r>
              <a:t>A Phased Execution Plan for Hardening, Monitoring, and Automating Git Operations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Audit and Hardening - Enforce commit signing, implement pre-receive secret scanning, and clean up bloated repositories using git-filter-repo.</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Observability and Alerting - Deploy Prometheus exporters, configure custom Grafana dashboards, and establish SLIs/SLOs for Git server response times.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Automation and Disaster Recovery - Automate runner disk cleanup, conduct simulated Git failover drills, and establish automated self-healing runbooks.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phased approach ensures the transition from reactive troubleshooting to a proactive, highly available, and secure Git infrastructure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