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Git Mastery series. Today we are moving past basic branching and merging to focus on the architectural limits of Git. We will discuss how to scale Git to handle multi-gigabyte repositories, how to secure the software supply chain at the developer workstation level, and how SREs can recover from seemingly catastrophic repository states.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repositories grow to millions of files, git status and git fetch can become incredibly slow. By using partial clones, we avoid downloading historical blobs until they are checked out. Combining this with Commit Graphs allows Git to traverse history without parsing raw commit objects, reducing command execution times from minutes to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Securing Git is not just about SSH keys; it is about verifying identity and code integrity. Commit signing ensures that author metadata cannot be spoofed. By implementing server-side pre-receive hooks, we can block vulnerabilities and secrets from ever reaching the remote repository, shifting security left to the absolute earliest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SRE, Git is a filesystem. If a developer runs a destructive command, the data is rarely gone immediately; it is just dereferenced. By mastering the reflog and plumbing commands like cat-file and show-ref, you can reconstruct history. Additionally, git worktree is a game-changer for context switching without dirtying your working directory.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outlines how to transition your organization to a highly performant and secure Git topology. Start with performance optimization to gain developer trust, follow with security hardening to protect your IP, and conclude with SRE enablement to ensure operational resilience. This concludes Part 2 of our workshop.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Git Architecture: Scaling, Hardening, and Performance Tuning</a:t>
            </a:r>
          </a:p>
          <a:p>
            <a:pPr>
              <a:spcBef>
                <a:spcPts val="1000"/>
              </a:spcBef>
              <a:defRPr sz="1600">
                <a:solidFill>
                  <a:srgbClr val="94A3B8"/>
                </a:solidFill>
                <a:latin typeface="Arial"/>
              </a:defRPr>
            </a:pPr>
            <a:r>
              <a:t>Part 2: Advanced Configurations, Security Boundaries, and SRE Operations at Scale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High-Performance Git Architecture</a:t>
            </a:r>
          </a:p>
          <a:p>
            <a:pPr>
              <a:spcBef>
                <a:spcPts val="400"/>
              </a:spcBef>
              <a:defRPr sz="1300" b="1">
                <a:solidFill>
                  <a:srgbClr val="4F46E5"/>
                </a:solidFill>
                <a:latin typeface="Arial"/>
              </a:defRPr>
            </a:pPr>
            <a:r>
              <a:t>Scaling Boundaries, Monorepos, and Performance Tuning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Implement Git Sparsity (Sparse Checkouts) and Partial Clones (`--filter=blob:none`) to drastically reduce working directory overhead and network payloads in multi-gigabyte monorepos.</a:t>
            </a:r>
          </a:p>
          <a:p>
            <a:pPr>
              <a:lnSpc>
                <a:spcPct val="115000"/>
              </a:lnSpc>
              <a:spcAft>
                <a:spcPts val="800"/>
              </a:spcAft>
              <a:defRPr sz="1300">
                <a:solidFill>
                  <a:srgbClr val="1E293B"/>
                </a:solidFill>
                <a:latin typeface="Arial"/>
              </a:defRPr>
            </a:pPr>
            <a:r>
              <a:t>•   Optimize repository performance using Commit Graphs (`git commit-graph write`) and Multi-Pack Indexes (MIDX) to accelerate object traversal and reachability query times.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Tune low-level configurations such as `core.preloadIndex`, `pack.windowMemory`, and `index.threads` to maximize multi-core CPU and high-speed I/O utilization.</a:t>
            </a:r>
          </a:p>
          <a:p>
            <a:pPr>
              <a:lnSpc>
                <a:spcPct val="115000"/>
              </a:lnSpc>
              <a:spcAft>
                <a:spcPts val="800"/>
              </a:spcAft>
              <a:defRPr sz="1300">
                <a:solidFill>
                  <a:srgbClr val="1E293B"/>
                </a:solidFill>
                <a:latin typeface="Arial"/>
              </a:defRPr>
            </a:pPr>
            <a:r>
              <a:t>•   Leverage File System Monitor (FSMonitor) integration to eliminate O(N) disk scanning bottlenecks on large enterprise monorepos by tracking file changes via OS-level APIs.</a:t>
            </a:r>
          </a:p>
          <a:p>
            <a:pPr>
              <a:spcBef>
                <a:spcPts val="1400"/>
              </a:spcBef>
              <a:defRPr sz="1050" b="1">
                <a:solidFill>
                  <a:srgbClr val="4F46E5"/>
                </a:solidFill>
                <a:latin typeface="Arial"/>
              </a:defRPr>
            </a:pPr>
            <a:r>
              <a:t>Key Takeaway: Overcome physical scale boundaries by transitioning from full repository clones to demand-driven, highly optimized sparse architectures.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the Software Supply Chain</a:t>
            </a:r>
          </a:p>
          <a:p>
            <a:pPr>
              <a:spcBef>
                <a:spcPts val="400"/>
              </a:spcBef>
              <a:defRPr sz="1300" b="1">
                <a:solidFill>
                  <a:srgbClr val="4F46E5"/>
                </a:solidFill>
                <a:latin typeface="Arial"/>
              </a:defRPr>
            </a:pPr>
            <a:r>
              <a:t>Cryptographic Identity, Policy Enforcement, and Secret Prevention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Enforce end-to-end cryptographic trust by mandating SSH, GPG, or S/MIME commit signing coupled with push-rule validation at the remote Git hosting provider.</a:t>
            </a:r>
          </a:p>
          <a:p>
            <a:pPr>
              <a:lnSpc>
                <a:spcPct val="115000"/>
              </a:lnSpc>
              <a:spcAft>
                <a:spcPts val="800"/>
              </a:spcAft>
              <a:defRPr sz="1300">
                <a:solidFill>
                  <a:srgbClr val="1E293B"/>
                </a:solidFill>
                <a:latin typeface="Arial"/>
              </a:defRPr>
            </a:pPr>
            <a:r>
              <a:t>•   Implement pre-receive hooks and server-side policy engines (such as Open Policy Agent) to block cleartext secrets, non-compliant branch topologies, and unsigned commits.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Design fine-grained Access Control Lists (ACLs) and protected branch models to prevent force-pushes and restrict write access to authorized identity providers (IdPs).</a:t>
            </a:r>
          </a:p>
          <a:p>
            <a:pPr>
              <a:lnSpc>
                <a:spcPct val="115000"/>
              </a:lnSpc>
              <a:spcAft>
                <a:spcPts val="800"/>
              </a:spcAft>
              <a:defRPr sz="1300">
                <a:solidFill>
                  <a:srgbClr val="1E293B"/>
                </a:solidFill>
                <a:latin typeface="Arial"/>
              </a:defRPr>
            </a:pPr>
            <a:r>
              <a:t>•   Establish automated repository scanning pipelines using GitGuardian or Trufflehog to continuously detect and remediate leaked credentials in historical commits.</a:t>
            </a:r>
          </a:p>
          <a:p>
            <a:pPr>
              <a:spcBef>
                <a:spcPts val="1400"/>
              </a:spcBef>
              <a:defRPr sz="1050" b="1">
                <a:solidFill>
                  <a:srgbClr val="4F46E5"/>
                </a:solidFill>
                <a:latin typeface="Arial"/>
              </a:defRPr>
            </a:pPr>
            <a:r>
              <a:t>Key Takeaway: Treat Git as the root of trust in the software supply chain by enforcing hard cryptographic boundaries and automated policy checks.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Operations &amp; Disaster Recovery</a:t>
            </a:r>
          </a:p>
          <a:p>
            <a:pPr>
              <a:spcBef>
                <a:spcPts val="400"/>
              </a:spcBef>
              <a:defRPr sz="1300" b="1">
                <a:solidFill>
                  <a:srgbClr val="4F46E5"/>
                </a:solidFill>
                <a:latin typeface="Arial"/>
              </a:defRPr>
            </a:pPr>
            <a:r>
              <a:t>Sandboxing, Reflog Diagnostics, and Low-Level Object Recovery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Utilize `git reflog` and the object database (`.git/objects`) to recover orphan commits, dangling blobs, and accidentally deleted release branches.</a:t>
            </a:r>
          </a:p>
          <a:p>
            <a:pPr>
              <a:lnSpc>
                <a:spcPct val="115000"/>
              </a:lnSpc>
              <a:spcAft>
                <a:spcPts val="800"/>
              </a:spcAft>
              <a:defRPr sz="1300">
                <a:solidFill>
                  <a:srgbClr val="1E293B"/>
                </a:solidFill>
                <a:latin typeface="Arial"/>
              </a:defRPr>
            </a:pPr>
            <a:r>
              <a:t>•   Isolate high-risk refactoring and debugging workflows using `git worktree` to sandbox concurrent builds without corrupting or duplicating the primary working tree.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Remediate repository bloat and purge sensitive data permanently using `git-filter-repo`, followed by aggressive garbage collection (`git gc --prune=now`).</a:t>
            </a:r>
          </a:p>
          <a:p>
            <a:pPr>
              <a:lnSpc>
                <a:spcPct val="115000"/>
              </a:lnSpc>
              <a:spcAft>
                <a:spcPts val="800"/>
              </a:spcAft>
              <a:defRPr sz="1300">
                <a:solidFill>
                  <a:srgbClr val="1E293B"/>
                </a:solidFill>
                <a:latin typeface="Arial"/>
              </a:defRPr>
            </a:pPr>
            <a:r>
              <a:t>•   Perform low-level diagnostics using plumbing commands (`git cat-file`, `git verify-pack`) to identify and repair index corruption and packfile inconsistencies.</a:t>
            </a:r>
          </a:p>
          <a:p>
            <a:pPr>
              <a:spcBef>
                <a:spcPts val="1400"/>
              </a:spcBef>
              <a:defRPr sz="1050" b="1">
                <a:solidFill>
                  <a:srgbClr val="4F46E5"/>
                </a:solidFill>
                <a:latin typeface="Arial"/>
              </a:defRPr>
            </a:pPr>
            <a:r>
              <a:t>Key Takeaway: Every write action in Git is append-only; with deep knowledge of plumbing commands and the reflog, data loss is almost entirely preventable.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Enterprise Git Mastery</a:t>
            </a:r>
          </a:p>
          <a:p>
            <a:pPr>
              <a:spcBef>
                <a:spcPts val="400"/>
              </a:spcBef>
              <a:defRPr sz="1300" b="1">
                <a:solidFill>
                  <a:srgbClr val="14B8A6"/>
                </a:solidFill>
                <a:latin typeface="Arial"/>
              </a:defRPr>
            </a:pPr>
            <a:r>
              <a:t>A 6-Month Execution Plan for Scale, Security, and Resiliency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Audit repository sizes, implement partial/sparse clones, and configure automated commit-graph generation in CI/CD pipelines.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Deploy mandatory SSH/GPG signing, implement server-side pre-receive hooks, and integrate automated secret scanning tools.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Train engineering teams on disaster recovery/reflog diagnostics, roll out `git worktree` workflows, and establish automated repository health monitoring.</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systematic approach to Git optimization transforms the developer experience from an operational bottleneck into a highly secure, high-velocity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