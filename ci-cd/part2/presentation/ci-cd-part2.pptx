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Part 2 of our Enterprise CI/CD masterclass. Today we transition from basic pipelines to high-scale, secure, and resilient CI/CD platforms. We will cover advanced orchestration, sandboxing, DevSecOps integration, and SRE methodologies designed to support thousands of developers and millions of builds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scale to thousands of builds, we must optimize at the infrastructure level. We'll discuss configuring distributed cache layers, tuning KEDA scale-out metrics based on queue depth, and structuring pipelines as Directed Acyclic Graphs to run independent stages in parallel rather than sequential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paramount in the wake of modern supply-chain attacks. We must isolate runner runtimes using gVisor or Firecracker. Furthermore, we eliminate hardcoded AWS/GCP keys by using OIDC providers to exchange GitHub/GitLab runner tokens for temporary cloud roles, and we enforce compliance via OPA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CI/CD goes down, engineering productivity halts. We must treat CI/CD as a Tier-0/Tier-1 service. This means setting up Prometheus/Grafana dashboards for pipeline SLIs, tracing build steps with OpenTelemetry to isolate slow steps, and building automated scripts to prune stale Docker volumes and recycle unhealthy runners.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6-month roadmap provides a structured path forward. We start with performance to win developer trust, move to zero-trust hardening to secure our enterprise assets, and conclude with SRE metrics and policy-as-code to ensure long-term reliability and compliant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Enterprise CI/CD at Scale: Advanced Architecture &amp; Hardening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Part 2: Performance Tuning, Sandboxed Execution, DevSecOps, and SRE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High-Performance Pipeline Architectures &amp; Scaling Boundaries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Eliminating Bottlenecks via Distributed Caching, Ephemeral Runners, and Resource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Implementing multi-tier caching strategies using distributed object stores (S3/GCS) and local SSD-backed runner volumes to minimize network IO dependency.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Designing event-driven, auto-scaling runner pools using Kubernetes (KEDA) or serverless compute to match demand dynamically and eliminate queuing delays.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Optimizing build execution paths through directed acyclic graph (DAG) pipelines, parallel test splitting, and incremental compilation engines.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True pipeline efficiency is achieved by eliminating cold starts, parallelizing workloads via DAGs, and treating runner infrastructure as transient, elastic resource pools.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Zero-Trust Pipeline Hardening &amp; Sandboxed Execution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Securing the Software Supply Chain via Ephemeral Environments, OIDC, and Policy-as-Code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Enforcing strict runtime isolation using microVMs (e.g., Firecracker) or gVisor to prevent container escape and cross-job data contamination.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Eliminating long-lived static credentials by leveraging OpenID Connect (OIDC) federation for short-lived, cloud-native identity assumption.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Integrating automated policy enforcement at the gate level using Open Policy Agent (OPA) and generating cryptographic bills of materials (SBOMs) with Cosign.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 secure pipeline must treat runner environments as untrusted, verify identity cryptographically via OIDC, and programmatically enforce compliance policies prior to artifact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SRE Operations: Observability, Failure Modes &amp; Self-Healing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Treating the Deployment Pipeline as a Tier-0 Mission-Critical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Establishing core Service Level Indicators (SLIs) and Objectives (SLOs) focused on Pipeline Queue Time, Time-to-Feedback, and Deployment Success Rate.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Implementing distributed tracing (OpenTelemetry) across pipeline stages to pinpoint intermittent network bottlenecks and flaky test suites.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Designing self-healing runner infrastructures that automatically detect and recycle degraded nodes, corrupted Docker daemons, or leaked resources.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Treat your CI/CD platform as a Tier-1 system; monitor it with distributed tracing, establish strict SLOs, and automate the remediation of infrastructure degradation.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Strategic Enterprise CI/CD Transformation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A Phased Execution Plan for Advanced Security, Performance, and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1-2 (Foundation &amp; Performance): Implement distributed caching, migrate to ephemeral Kubernetes runners, and optimize DAG pipelines for a 30% reduction in build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3-4 (Zero-Trust Hardening): Deprecate static credentials in favor of OIDC, enforce microVM sandboxing, and integrate automated SBOM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5-6 (SRE &amp; Governance): Establish CI/CD SLOs, deploy OpenTelemetry tracing across all pipelines, and implement Open Policy Agent (OPA) compliance gates.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Achieving world-class CI/CD maturity requires a structured transition from raw speed optimizations to comprehensive zero-trust security and SRE-grade platform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