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Part 2 of our Ansible Enterprise Series. Today we transition from basic syntax to production-grade architecture, focusing on throughput, security boundaries, and SRE patterns.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scaling to thousands of nodes, default SSH configurations fail. We must tune ControlPersist to reuse TCP channels and enable pipelining to avoid writing temporary files to disk. Monitor your control node's RAM when increasing forks.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Never use a single Vault password for all environments. Implement multi-vault configurations (e.g., dev, stage, prod keys) and ensure your execution nodes run within restricted, non-root container namespaces.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SREs must ensure automation doesn't become a vector for cascading outages. Use 'max_fail_percentage' to halt rolling deployments if a threshold of nodes fail, and always profile tasks to catch performance regression before production.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roadmap guides your engineering team through immediate low-hanging performance fruit in the first two months, followed by architectural modernization and advanced mesh scaling by month six.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Scaling Ansible for Enterprise Operations</a:t>
            </a:r>
          </a:p>
          <a:p>
            <a:pPr>
              <a:spcBef>
                <a:spcPts val="1000"/>
              </a:spcBef>
              <a:defRPr sz="1600">
                <a:solidFill>
                  <a:srgbClr val="94A3B8"/>
                </a:solidFill>
                <a:latin typeface="Arial"/>
              </a:defRPr>
            </a:pPr>
            <a:r>
              <a:t>Advanced Configuration, Performance Tuning, and Security Hardening at Scale (Part 2 of 3)</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High-Performance Architecture &amp; Scale Boundaries</a:t>
            </a:r>
          </a:p>
          <a:p>
            <a:pPr>
              <a:spcBef>
                <a:spcPts val="400"/>
              </a:spcBef>
              <a:defRPr sz="1300" b="1">
                <a:solidFill>
                  <a:srgbClr val="4F46E5"/>
                </a:solidFill>
                <a:latin typeface="Arial"/>
              </a:defRPr>
            </a:pPr>
            <a:r>
              <a:t>Mitigating Network Latency, Tuning Execution Engines, and Managing Inventory Scale</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Mitigate SSH connection overhead by configuring SSH multiplexing (ControlPersist) and Pipelining to execute modules directly in memory.</a:t>
            </a:r>
          </a:p>
          <a:p>
            <a:pPr>
              <a:lnSpc>
                <a:spcPct val="115000"/>
              </a:lnSpc>
              <a:spcAft>
                <a:spcPts val="800"/>
              </a:spcAft>
              <a:defRPr sz="1300">
                <a:solidFill>
                  <a:srgbClr val="1E293B"/>
                </a:solidFill>
                <a:latin typeface="Arial"/>
              </a:defRPr>
            </a:pPr>
            <a:r>
              <a:t>•   Leverage Ansible Execution Environments (EE) with minimal container footprints to isolate dependencies and guarantee execution consistency.</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Implement strategic fork tuning (ansible.cfg 'forks' parameter) aligned with CPU/memory capacity of execution nodes to maximize parallel execution.</a:t>
            </a:r>
          </a:p>
          <a:p>
            <a:pPr>
              <a:lnSpc>
                <a:spcPct val="115000"/>
              </a:lnSpc>
              <a:spcAft>
                <a:spcPts val="800"/>
              </a:spcAft>
              <a:defRPr sz="1300">
                <a:solidFill>
                  <a:srgbClr val="1E293B"/>
                </a:solidFill>
                <a:latin typeface="Arial"/>
              </a:defRPr>
            </a:pPr>
            <a:r>
              <a:t>•   Design dynamic inventory plugins with aggressive caching layers (Redis/Memcached) to prevent API rate-limiting during large-scale cloud syncs.</a:t>
            </a:r>
          </a:p>
          <a:p>
            <a:pPr>
              <a:spcBef>
                <a:spcPts val="1400"/>
              </a:spcBef>
              <a:defRPr sz="1050" b="1">
                <a:solidFill>
                  <a:srgbClr val="4F46E5"/>
                </a:solidFill>
                <a:latin typeface="Arial"/>
              </a:defRPr>
            </a:pPr>
            <a:r>
              <a:t>Key Takeaway: Eliminating SSH round-trips and using containerized Execution Environments are the foundational pillars of sub-second Ansible execution at scale.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Enterprise Hardening &amp; DevSecOps Integration</a:t>
            </a:r>
          </a:p>
          <a:p>
            <a:pPr>
              <a:spcBef>
                <a:spcPts val="400"/>
              </a:spcBef>
              <a:defRPr sz="1300" b="1">
                <a:solidFill>
                  <a:srgbClr val="4F46E5"/>
                </a:solidFill>
                <a:latin typeface="Arial"/>
              </a:defRPr>
            </a:pPr>
            <a:r>
              <a:t>Securing Privileged Access, Cryptographic Verification, and Execution Sandboxing</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Enforce least-privilege access using granular Ansible Vault encryption with multiple vault IDs for distinct environmental secrets.</a:t>
            </a:r>
          </a:p>
          <a:p>
            <a:pPr>
              <a:lnSpc>
                <a:spcPct val="115000"/>
              </a:lnSpc>
              <a:spcAft>
                <a:spcPts val="800"/>
              </a:spcAft>
              <a:defRPr sz="1300">
                <a:solidFill>
                  <a:srgbClr val="1E293B"/>
                </a:solidFill>
                <a:latin typeface="Arial"/>
              </a:defRPr>
            </a:pPr>
            <a:r>
              <a:t>•   Implement secure execution sandboxing using Ansible Automation Platform (AAP) mesh nodes and containerized execution to isolate untrusted code.</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Integrate Ansible Lint and checkov into CI/CD pipelines to statically analyze playbooks for security misconfigurations and privilege escalation risks.</a:t>
            </a:r>
          </a:p>
          <a:p>
            <a:pPr>
              <a:lnSpc>
                <a:spcPct val="115000"/>
              </a:lnSpc>
              <a:spcAft>
                <a:spcPts val="800"/>
              </a:spcAft>
              <a:defRPr sz="1300">
                <a:solidFill>
                  <a:srgbClr val="1E293B"/>
                </a:solidFill>
                <a:latin typeface="Arial"/>
              </a:defRPr>
            </a:pPr>
            <a:r>
              <a:t>•   Configure strict host key checking and enforce signed SSH certificates to mitigate Man-In-The-Middle (MITM) attacks during execution runs.</a:t>
            </a:r>
          </a:p>
          <a:p>
            <a:pPr>
              <a:spcBef>
                <a:spcPts val="1400"/>
              </a:spcBef>
              <a:defRPr sz="1050" b="1">
                <a:solidFill>
                  <a:srgbClr val="4F46E5"/>
                </a:solidFill>
                <a:latin typeface="Arial"/>
              </a:defRPr>
            </a:pPr>
            <a:r>
              <a:t>Key Takeaway: Automation security must be proactive: combine static analysis in CI with runtime sandboxing and cryptographic secret isolation.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SRE Patterns: Troubleshooting &amp; Failure Domains</a:t>
            </a:r>
          </a:p>
          <a:p>
            <a:pPr>
              <a:spcBef>
                <a:spcPts val="400"/>
              </a:spcBef>
              <a:defRPr sz="1300" b="1">
                <a:solidFill>
                  <a:srgbClr val="4F46E5"/>
                </a:solidFill>
                <a:latin typeface="Arial"/>
              </a:defRPr>
            </a:pPr>
            <a:r>
              <a:t>Profiling Bottlenecks, Graceful Degradation, and Automated Self-Healing</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Profile playbooks using 'ansible.posix.profile_tasks' and 'profile_roles' callbacks to pinpoint high-latency tasks and slow modules.</a:t>
            </a:r>
          </a:p>
          <a:p>
            <a:pPr>
              <a:lnSpc>
                <a:spcPct val="115000"/>
              </a:lnSpc>
              <a:spcAft>
                <a:spcPts val="800"/>
              </a:spcAft>
              <a:defRPr sz="1300">
                <a:solidFill>
                  <a:srgbClr val="1E293B"/>
                </a:solidFill>
                <a:latin typeface="Arial"/>
              </a:defRPr>
            </a:pPr>
            <a:r>
              <a:t>•   Implement robust error-handling with block-rescue-always structures to trigger automated rollbacks or notify SRE channels on failure.</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Design idempotent, self-healing tasks using 'changed_when' and 'failed_when' overrides to ensure accurate reporting and state management.</a:t>
            </a:r>
          </a:p>
          <a:p>
            <a:pPr>
              <a:lnSpc>
                <a:spcPct val="115000"/>
              </a:lnSpc>
              <a:spcAft>
                <a:spcPts val="800"/>
              </a:spcAft>
              <a:defRPr sz="1300">
                <a:solidFill>
                  <a:srgbClr val="1E293B"/>
                </a:solidFill>
                <a:latin typeface="Arial"/>
              </a:defRPr>
            </a:pPr>
            <a:r>
              <a:t>•   Leverage serial execution limits (rolling updates) and max_fail_percentage to prevent cascading failures across critical production clusters.</a:t>
            </a:r>
          </a:p>
          <a:p>
            <a:pPr>
              <a:spcBef>
                <a:spcPts val="1400"/>
              </a:spcBef>
              <a:defRPr sz="1050" b="1">
                <a:solidFill>
                  <a:srgbClr val="4F46E5"/>
                </a:solidFill>
                <a:latin typeface="Arial"/>
              </a:defRPr>
            </a:pPr>
            <a:r>
              <a:t>Key Takeaway: Treat playbook failures as first-class citizens: profile execution paths, isolate blast radiuses, and build automated rollback loops.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6-Month Strategic Roadmap: Scale &amp; Security</a:t>
            </a:r>
          </a:p>
          <a:p>
            <a:pPr>
              <a:spcBef>
                <a:spcPts val="400"/>
              </a:spcBef>
              <a:defRPr sz="1300" b="1">
                <a:solidFill>
                  <a:srgbClr val="14B8A6"/>
                </a:solidFill>
                <a:latin typeface="Arial"/>
              </a:defRPr>
            </a:pPr>
            <a:r>
              <a:t>Transitioning from Legacy Automation to High-Throughput, Secure Orchestration</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Audit and optimize ansible.cfg (enable pipelining, tune forks, setup SSH multiplexing) and implement playbook profiling callbacks.</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Months 3-4: Containerize execution using Ansible Builder to define custom Execution Environments, and integrate static analysis (ansible-lint) into CI.</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Months 5-6: Deploy Ansible Automation Platform (AAP) Automation Mesh for multi-region scaling, and enforce Vault-ID cryptographic segregation.</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A systematic transition to containerized execution and optimized control planes guarantees long-term automation scalability and security.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