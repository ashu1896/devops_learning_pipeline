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3 of our Ansible Enterprise series. Today, we transition from writing playbooks to running Ansible in mission-critical production environments. We will focus on how SRE teams leverage Ansible for diagnostics, automated remediation, integration with monitoring systems like Prometheus, and securing the execution plane. This is where automation meets high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production, running raw ansible-playbook commands from a local terminal or a generic Jenkins agent is an anti-pattern. We must treat Ansible execution like any other microservice: containerized via Execution Environments, and fully observed. Custom callback plugins allow us to treat Ansible run data as structured logs, feeding our SIEM and APM tools for real-time tracking of infrastructure state changes.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paramount when automation has root access across thousands of servers. Never store decryption passwords on disk. Use dynamic lookups for HashiCorp Vault. Ensure that your execution nodes use SSH keys that are rotated frequently and that the sudoers configuration on target hosts is scoped tightly. We must treat our playbooks with the same DevSecOps rigor as application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alert fires in Prometheus, the first 10 minutes are critical. Instead of waking up an engineer, Event-Driven Ansible can intercept the alert. It executes a diagnostic playbook to capture ephemeral state (like netstat, top, dmesg) and attempts safe, pre-approved remediations like clearing a disk cache or gracefully restarting a worker pool. Even if it fails, the on-call engineer wakes up to a fully populated Slack message containing all diagnostic data, drastically reducing MTTR.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is designed to take an organization from basic configuration management to advanced, self-healing SRE operations. Focus first on securing the execution plane in the first two months. Then, gain deep visibility into your execution metrics. Finally, layer on Event-Driven Ansible to automate your incident response. This phased approach ensures a stable, secure, and highly observable automation 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Ansible at Scale: Production SRE, Diagnostics &amp; Incident Response</a:t>
            </a:r>
          </a:p>
          <a:p>
            <a:pPr>
              <a:spcBef>
                <a:spcPts val="1000"/>
              </a:spcBef>
              <a:defRPr sz="1600">
                <a:solidFill>
                  <a:srgbClr val="94A3B8"/>
                </a:solidFill>
                <a:latin typeface="Arial"/>
              </a:defRPr>
            </a:pPr>
            <a:r>
              <a:t>Part 3/3: Architectural Hardening, Observability, and Automated Self-Healing Runbooks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Production-Grade Execution Architecture</a:t>
            </a:r>
          </a:p>
          <a:p>
            <a:pPr>
              <a:spcBef>
                <a:spcPts val="400"/>
              </a:spcBef>
              <a:defRPr sz="1300" b="1">
                <a:solidFill>
                  <a:srgbClr val="4F46E5"/>
                </a:solidFill>
                <a:latin typeface="Arial"/>
              </a:defRPr>
            </a:pPr>
            <a:r>
              <a:t>Optimizing Ansible Execution Environments, Callback Plugins, and Structured Telemetry</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Standardizing on containerized Ansible Execution Environments (EEs) to eliminate dependency drift and guarantee immutable runner states across pipelines.</a:t>
            </a:r>
          </a:p>
          <a:p>
            <a:pPr>
              <a:lnSpc>
                <a:spcPct val="115000"/>
              </a:lnSpc>
              <a:spcAft>
                <a:spcPts val="800"/>
              </a:spcAft>
              <a:defRPr sz="1300">
                <a:solidFill>
                  <a:srgbClr val="1E293B"/>
                </a:solidFill>
                <a:latin typeface="Arial"/>
              </a:defRPr>
            </a:pPr>
            <a:r>
              <a:t>•   Developing custom callback plugins (e.g., OpenTelemetry, JSON formatters) to stream playbook execution metrics directly to Elasticsearch, Splunk, or Datadog.</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Tuning execution performance at scale using AWX/Controller isolated nodes, SSH multiplexing (ControlPersist), and optimized fork/strategy configurations.</a:t>
            </a:r>
          </a:p>
          <a:p>
            <a:pPr>
              <a:spcBef>
                <a:spcPts val="1400"/>
              </a:spcBef>
              <a:defRPr sz="1050" b="1">
                <a:solidFill>
                  <a:srgbClr val="4F46E5"/>
                </a:solidFill>
                <a:latin typeface="Arial"/>
              </a:defRPr>
            </a:pPr>
            <a:r>
              <a:t>Key Takeaway: Decouple execution dependencies from the control node using containerized execution environments and stream structured execution telemetry to central observability platforms.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Zero-Trust Ansible &amp; Secrets Management</a:t>
            </a:r>
          </a:p>
          <a:p>
            <a:pPr>
              <a:spcBef>
                <a:spcPts val="400"/>
              </a:spcBef>
              <a:defRPr sz="1300" b="1">
                <a:solidFill>
                  <a:srgbClr val="4F46E5"/>
                </a:solidFill>
                <a:latin typeface="Arial"/>
              </a:defRPr>
            </a:pPr>
            <a:r>
              <a:t>Hardening the Execution Plane, Privilege Escalation, and Automated Credential Rotation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Integrating Ansible with enterprise credential managers (HashiCorp Vault, CyberArk) to dynamically inject secrets at runtime, eliminating hardcoded Ansible Vault files.</a:t>
            </a:r>
          </a:p>
          <a:p>
            <a:pPr>
              <a:lnSpc>
                <a:spcPct val="115000"/>
              </a:lnSpc>
              <a:spcAft>
                <a:spcPts val="800"/>
              </a:spcAft>
              <a:defRPr sz="1300">
                <a:solidFill>
                  <a:srgbClr val="1E293B"/>
                </a:solidFill>
                <a:latin typeface="Arial"/>
              </a:defRPr>
            </a:pPr>
            <a:r>
              <a:t>•   Enforcing least-privilege access control via highly restricted sudoers configurations, scoped become_user directives, and signed SSH user certificates.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Implementing automated policy enforcement on playbooks using custom ansible-lint rules and Open Policy Agent (OPA) to block insecure patterns in CI/CD.</a:t>
            </a:r>
          </a:p>
          <a:p>
            <a:pPr>
              <a:spcBef>
                <a:spcPts val="1400"/>
              </a:spcBef>
              <a:defRPr sz="1050" b="1">
                <a:solidFill>
                  <a:srgbClr val="4F46E5"/>
                </a:solidFill>
                <a:latin typeface="Arial"/>
              </a:defRPr>
            </a:pPr>
            <a:r>
              <a:t>Key Takeaway: Securing the automation plane requires dynamic secrets retrieval, strict privilege boundaries, and continuous static analysis of playbooks in the CI/CD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Diagnostics, Alerting &amp; Automated Runbooks</a:t>
            </a:r>
          </a:p>
          <a:p>
            <a:pPr>
              <a:spcBef>
                <a:spcPts val="400"/>
              </a:spcBef>
              <a:defRPr sz="1300" b="1">
                <a:solidFill>
                  <a:srgbClr val="4F46E5"/>
                </a:solidFill>
                <a:latin typeface="Arial"/>
              </a:defRPr>
            </a:pPr>
            <a:r>
              <a:t>Connecting Prometheus Alertmanager to Ansible Rulebooks for Self-Healing Operations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Deploying Event-Driven Ansible (EDA) to listen to Prometheus Alertmanager webhooks and trigger targeted diagnostic playbooks automatically upon alert firing.</a:t>
            </a:r>
          </a:p>
          <a:p>
            <a:pPr>
              <a:lnSpc>
                <a:spcPct val="115000"/>
              </a:lnSpc>
              <a:spcAft>
                <a:spcPts val="800"/>
              </a:spcAft>
              <a:defRPr sz="1300">
                <a:solidFill>
                  <a:srgbClr val="1E293B"/>
                </a:solidFill>
                <a:latin typeface="Arial"/>
              </a:defRPr>
            </a:pPr>
            <a:r>
              <a:t>•   Writing robust, idempotent remediation playbooks that perform safe state verification, service restarts, and log collection before escalating to on-call SREs.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Standardizing post-incident RCA generation by using Ansible to query system states, gather diagnostic bundles, and automatically post them to Jira or Slack.</a:t>
            </a:r>
          </a:p>
          <a:p>
            <a:pPr>
              <a:spcBef>
                <a:spcPts val="1400"/>
              </a:spcBef>
              <a:defRPr sz="1050" b="1">
                <a:solidFill>
                  <a:srgbClr val="4F46E5"/>
                </a:solidFill>
                <a:latin typeface="Arial"/>
              </a:defRPr>
            </a:pPr>
            <a:r>
              <a:t>Key Takeaway: Bridge the gap between observability and action by using Event-Driven Ansible to execute automated diagnostic and self-healing runbooks in real-time.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Enterprise Ansible Mastery: 6-Month Roadmap</a:t>
            </a:r>
          </a:p>
          <a:p>
            <a:pPr>
              <a:spcBef>
                <a:spcPts val="400"/>
              </a:spcBef>
              <a:defRPr sz="1300" b="1">
                <a:solidFill>
                  <a:srgbClr val="14B8A6"/>
                </a:solidFill>
                <a:latin typeface="Arial"/>
              </a:defRPr>
            </a:pPr>
            <a:r>
              <a:t>A Phased Execution Strategy for Implementing SRE-Driven Automation</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Standardize execution environments, containerize all Ansible runners, and integrate HashiCorp Vault for all secrets management.</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Implement structured logging with OpenTelemetry callback plugins and configure real-time dashboarding for playbook runs.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Deploy Event-Driven Ansible (EDA), integrate with Prometheus Alertmanager, and author self-healing runbooks for top 5 high-frequency alerts.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Transform your operations from reactive firefighting to proactive, automated self-healing within six months by following a structured, phased maturity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