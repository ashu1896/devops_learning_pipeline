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Python for DevOps masterclass. Today we move past simple automation scripts and focus on engineering Python tools like critical infrastructure. We will analyze high-concurrency architecture, runtime security sandboxing, deep SRE observability, and strategic enterprise rollout over the next six months.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focuses on runtime engineering. For 6+ years experienced engineers, understanding CPython's execution model is paramount. When dealing with high-throughput log parsing or state synchronization across thousands of nodes, standard threading fails due to the GIL. We cover when to switch to uvloop for event loop speedups, how memoryview avoids byte-copying overhead, and how Pydantic v2 (Rust-backed) eliminates configuration-driven outages.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3, security takes center stage. Operational tools often run with elevated permissions (e.g., cluster-admin or root). Allowing untrusted scripts or unvetted PyPI dependencies poses severe risk. We explore sandboxing dynamic code using Linux seccomp-bpf syscall filtering, verifying package signatures via Sigstore, and writing custom Python Abstract Syntax Tree (AST) visitors to block unmanaged subprocess calls.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addresses real-world SRE operations. Standard print logging or intrusive debuggers are useless during live P0 outages. We look at py-spy for sampling stack traces out-of-process without pausing Python runtimes. We also examine constructing asynchronous, event-driven remediation bots that react to Prometheus/Alertmanager webhooks using gRPC to mitigate outages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establishes a multi-quarter leadership roadmap. For senior engineers and architects, technical knowledge must translate into organizational transformation. This slide outlines a pragmatic 6-month timeline: establishing security baselines in Q1, optimizing performance and memory efficiency in Q2, and establishing self-healing autonomous SRE platform tools by Q3.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Python for DevOps: Advanced Architecture, Security &amp; Scale</a:t>
            </a:r>
          </a:p>
          <a:p>
            <a:pPr>
              <a:spcBef>
                <a:spcPts val="1000"/>
              </a:spcBef>
              <a:defRPr sz="1600">
                <a:solidFill>
                  <a:srgbClr val="94A3B8"/>
                </a:solidFill>
                <a:latin typeface="Arial"/>
              </a:defRPr>
            </a:pPr>
            <a:r>
              <a:t>Part 2/3: High-Performance Tooling, Process Isolation, DevSecOps &amp; Enterprise Resilience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High-Performance Architecture &amp; Scale Boundaries</a:t>
            </a:r>
          </a:p>
          <a:p>
            <a:pPr>
              <a:spcBef>
                <a:spcPts val="400"/>
              </a:spcBef>
              <a:defRPr sz="1300" b="1">
                <a:solidFill>
                  <a:srgbClr val="4F46E5"/>
                </a:solidFill>
                <a:latin typeface="Arial"/>
              </a:defRPr>
            </a:pPr>
            <a:r>
              <a:t>Concurrency Paradigms, Memory Management &amp; C-Extension Optimization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Bypassing GIL Bottlenecks: Strategic evaluation of AsyncIO + uvloop for I/O-bound scaling vs. Multiprocessing and Per-Interpreter GIL (PEP 684) for CPU-bound workloads.</a:t>
            </a:r>
          </a:p>
          <a:p>
            <a:pPr>
              <a:lnSpc>
                <a:spcPct val="115000"/>
              </a:lnSpc>
              <a:spcAft>
                <a:spcPts val="800"/>
              </a:spcAft>
              <a:defRPr sz="1300">
                <a:solidFill>
                  <a:srgbClr val="1E293B"/>
                </a:solidFill>
                <a:latin typeface="Arial"/>
              </a:defRPr>
            </a:pPr>
            <a:r>
              <a:t>•   Zero-Copy Memory Patterns: Leveraging memoryview, mmap, and bytearrays to process multi-gigabyte log streams without triggering CPython GC pauses.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Strongly-Typed Config Engine: Engineering Pydantic v2 + BaseSettings modules backed by HashiCorp Vault for real-time validation and zero-reload config rotation.</a:t>
            </a:r>
          </a:p>
          <a:p>
            <a:pPr>
              <a:spcBef>
                <a:spcPts val="1400"/>
              </a:spcBef>
              <a:defRPr sz="1050" b="1">
                <a:solidFill>
                  <a:srgbClr val="4F46E5"/>
                </a:solidFill>
                <a:latin typeface="Arial"/>
              </a:defRPr>
            </a:pPr>
            <a:r>
              <a:t>Key Takeaway: Architecting Python tools at enterprise scale requires matching the concurrency paradigm to the underlying kernel resource boundary while enforcing strict memory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Sandboxing &amp; Zero-Trust DevSecOps</a:t>
            </a:r>
          </a:p>
          <a:p>
            <a:pPr>
              <a:spcBef>
                <a:spcPts val="400"/>
              </a:spcBef>
              <a:defRPr sz="1300" b="1">
                <a:solidFill>
                  <a:srgbClr val="4F46E5"/>
                </a:solidFill>
                <a:latin typeface="Arial"/>
              </a:defRPr>
            </a:pPr>
            <a:r>
              <a:t>Secure Execution Environments, Static Analysis &amp; Supply Chain Integrity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Runtime Process Sandboxing: Enforcing strict process isolation for dynamic plugin execution via seccomp-bpf syscall filters, unshare namespaces, and ephemeral container sockets.</a:t>
            </a:r>
          </a:p>
          <a:p>
            <a:pPr>
              <a:lnSpc>
                <a:spcPct val="115000"/>
              </a:lnSpc>
              <a:spcAft>
                <a:spcPts val="800"/>
              </a:spcAft>
              <a:defRPr sz="1300">
                <a:solidFill>
                  <a:srgbClr val="1E293B"/>
                </a:solidFill>
                <a:latin typeface="Arial"/>
              </a:defRPr>
            </a:pPr>
            <a:r>
              <a:t>•   Software Supply Chain Defense: Automating PyPI package attestation (Sigstore/cosign), strict hash pinning via pip-tools, and CI pipeline SBOM generation (CycloneDX).</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Custom AST Security Gates: Extending python-ast and Bandit to intercept dangerous patterns (eval, raw subprocess, insecure deserialization) before deployment.</a:t>
            </a:r>
          </a:p>
          <a:p>
            <a:pPr>
              <a:spcBef>
                <a:spcPts val="1400"/>
              </a:spcBef>
              <a:defRPr sz="1050" b="1">
                <a:solidFill>
                  <a:srgbClr val="4F46E5"/>
                </a:solidFill>
                <a:latin typeface="Arial"/>
              </a:defRPr>
            </a:pPr>
            <a:r>
              <a:t>Key Takeaway: Treat internal Python automation scripts as production microservices by isolating execution runtimes, locking supply chains, and parsing code ASTs in CI/CD.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Tooling, Runtime Profiling &amp; Incident Automation</a:t>
            </a:r>
          </a:p>
          <a:p>
            <a:pPr>
              <a:spcBef>
                <a:spcPts val="400"/>
              </a:spcBef>
              <a:defRPr sz="1300" b="1">
                <a:solidFill>
                  <a:srgbClr val="4F46E5"/>
                </a:solidFill>
                <a:latin typeface="Arial"/>
              </a:defRPr>
            </a:pPr>
            <a:r>
              <a:t>Observability Integration, Dynamic Patching &amp; Automated Remediation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Non-Intrusive Production Profiling: Utilizing py-spy and cProfile alongside OpenTelemetry distributed tracing to identify thread lock contention without pausing runtime execution.</a:t>
            </a:r>
          </a:p>
          <a:p>
            <a:pPr>
              <a:lnSpc>
                <a:spcPct val="115000"/>
              </a:lnSpc>
              <a:spcAft>
                <a:spcPts val="800"/>
              </a:spcAft>
              <a:defRPr sz="1300">
                <a:solidFill>
                  <a:srgbClr val="1E293B"/>
                </a:solidFill>
                <a:latin typeface="Arial"/>
              </a:defRPr>
            </a:pPr>
            <a:r>
              <a:t>•   Deterministic Self-Healing: Building async event-driven remediation agents using gRPC and Kubernetes APIs for automated circuit breaking and dynamic workload draining.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Live Runtime Diagnostics: Injecting custom SIGUSR1 signal handlers and object dump hooks for live heap inspection during active P0 incident response.</a:t>
            </a:r>
          </a:p>
          <a:p>
            <a:pPr>
              <a:spcBef>
                <a:spcPts val="1400"/>
              </a:spcBef>
              <a:defRPr sz="1050" b="1">
                <a:solidFill>
                  <a:srgbClr val="4F46E5"/>
                </a:solidFill>
                <a:latin typeface="Arial"/>
              </a:defRPr>
            </a:pPr>
            <a:r>
              <a:t>Key Takeaway: Enterprise Python SRE tooling must provide zero-overhead observability and deterministic, reliable self-healing actions under severe infrastructure degradation.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Advanced Mastery Roadmap</a:t>
            </a:r>
          </a:p>
          <a:p>
            <a:pPr>
              <a:spcBef>
                <a:spcPts val="400"/>
              </a:spcBef>
              <a:defRPr sz="1300" b="1">
                <a:solidFill>
                  <a:srgbClr val="14B8A6"/>
                </a:solidFill>
                <a:latin typeface="Arial"/>
              </a:defRPr>
            </a:pPr>
            <a:r>
              <a:t>Phased Execution Plan for Platform Engineering &amp; Automation Leadership</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(Hardening &amp; Standards): Standardize Pydantic v2 schemas, introduce Sigstore dependency verification, and mandate AST security analyzers across all CI pipelines.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(Performance &amp; Scale): Refactor core I/O scripts to AsyncIO/uvloop, implement zero-copy memory processing, and establish py-spy continuous profiling benchmarks.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(Autonomous SRE Systems): Deploy event-driven remediation engines, integrate OpenTelemetry across all platform tooling, and package internal enterprise Python SDKs.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Transforming Python from a scripting utility into an enterprise-grade platform requires a deliberate phased transition prioritizing security, performance, and autonomous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